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1463040"/>
            <a:ext cx="1160373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92608" y="3063240"/>
            <a:ext cx="116037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703320"/>
            <a:ext cx="7616952" cy="228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3886200"/>
            <a:ext cx="11603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 개선과 유지보수성을 고민하는 개발자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92608" y="4572000"/>
            <a:ext cx="3566160" cy="137160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" y="4572000"/>
            <a:ext cx="35661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73659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 Mindset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513892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퍼블리셔에서 FE 개발자로 성장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51376" y="4572000"/>
            <a:ext cx="3566160" cy="137160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51376" y="4572000"/>
            <a:ext cx="35661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473659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Structural Excellence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15968" y="513892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설계 및 공통화·성능 개선 집중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10144" y="4572000"/>
            <a:ext cx="3566160" cy="137160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10144" y="4572000"/>
            <a:ext cx="35661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74736" y="473659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Solver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74736" y="513892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문제를 정의하고 구조적으로 해결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2608" y="6446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5년차  ·  2020.04 ~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  ·  github.com/jinwonnnnnnn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201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PHILOSOPHY &amp; VALUES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92608" y="5486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철학 및 핵심 가치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92608" y="120700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기술보다 문제 해결과 협업을 우선합니다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2608" y="1783080"/>
            <a:ext cx="5623560" cy="224028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783080"/>
            <a:ext cx="54864" cy="22402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" y="1984248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" y="2532888"/>
            <a:ext cx="5257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서비스를 어떻게 사용하는지 먼저 고민하고 반영합니다.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구현 이전에 사용자의 여정을 우선시합니다.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783080"/>
            <a:ext cx="5623560" cy="224028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1783080"/>
            <a:ext cx="54864" cy="22402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984248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55080" y="2532888"/>
            <a:ext cx="5257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당장의 구현보다 미래의 유지보수를 고려하여 설계합니다.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구조와 명확한 코드를 지향합니다.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2608" y="4206240"/>
            <a:ext cx="5623560" cy="224028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2608" y="4206240"/>
            <a:ext cx="54864" cy="22402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" y="4407408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" y="4956048"/>
            <a:ext cx="5257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코드는 팀원들이 이해하고 납득할 수 있는 코드입니다.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시 원활한 소통으로 팀 생산성을 높입니다.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4206240"/>
            <a:ext cx="5623560" cy="224028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4206240"/>
            <a:ext cx="54864" cy="22402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4407408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55080" y="4956048"/>
            <a:ext cx="5257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자체보다 문제를 해결하기 위한 적절한 선택과 구조 설계를 중요하게 생각합니다.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본질적인 해결책을 찾기 위해 노력합니다.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201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PROFESSIONAL EXPERIENCE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92608" y="54864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92608" y="120700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중심의 경력 요약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2608" y="1719072"/>
            <a:ext cx="11603736" cy="14630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719072"/>
            <a:ext cx="54864" cy="14630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" y="18562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3776" y="222199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0" y="1856232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" y="2478024"/>
            <a:ext cx="112379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메시징 서비스 및 통합 관리자 플랫폼 개발 주도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React, Next.js, React Native 기반 대규모 서비스 구축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서비스 운영 효율화 중심 프로젝트 수행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" y="3346704"/>
            <a:ext cx="11603736" cy="14630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2608" y="3346704"/>
            <a:ext cx="54864" cy="1463040"/>
          </a:xfrm>
          <a:prstGeom prst="rect">
            <a:avLst/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348386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에스엔소프트 (하이코딩)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3776" y="38496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2021.04 – 2022.10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3483864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" y="4105656"/>
            <a:ext cx="112379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SK Hynix · Samsung SDS · Hyundai Kefico 교육 플랫폼 구축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반응형 웹 구축 및 웹 표준 준수 퍼블리싱 수행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2608" y="4974336"/>
            <a:ext cx="11603736" cy="14630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4974336"/>
            <a:ext cx="54864" cy="1463040"/>
          </a:xfrm>
          <a:prstGeom prst="rect">
            <a:avLst/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" y="511149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글로비코리아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3776" y="547725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2020.04 – 2021.01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0" y="5111496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" y="5733288"/>
            <a:ext cx="112379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자사 쇼핑몰 CMS 유지보수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사용자 인터페이스(UI) 개선 및 이벤트 프로모션 페이지 제작 주도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201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92608" y="54864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92608" y="120700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운영과 개발 생산성을 위한 기술 포트폴리오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2608" y="1719072"/>
            <a:ext cx="3749040" cy="22128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719072"/>
            <a:ext cx="374904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88366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" y="231343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React / Next.js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27889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React Native / WebView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326440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TypeScript / JavaScript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33088" y="1719072"/>
            <a:ext cx="3749040" cy="22128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3088" y="1719072"/>
            <a:ext cx="374904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70248" y="188366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/ DATA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70248" y="231343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TanStack Query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70248" y="27889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Zustand / Recoil / Jotai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70248" y="326440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TanStack Table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73568" y="1719072"/>
            <a:ext cx="3749040" cy="22128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73568" y="1719072"/>
            <a:ext cx="374904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10728" y="188366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/ STYLING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110728" y="231343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Tailwind CSS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110728" y="27889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Styled-Components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10728" y="326440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Shadcn UI / Ant Design / MUI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2608" y="4114800"/>
            <a:ext cx="3749040" cy="22128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2608" y="4114800"/>
            <a:ext cx="374904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42793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VISUALIZATION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29768" y="47091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Chart.js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9768" y="518464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DnD Kit (드래그 대시보드)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29768" y="5660136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Recharts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33088" y="4114800"/>
            <a:ext cx="3749040" cy="22128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33088" y="4114800"/>
            <a:ext cx="374904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70248" y="42793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 / COMM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270248" y="47091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STOMP / WebSocket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70248" y="518464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FCM / Notifee / SSE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270248" y="5660136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JsSIP (SIP 프로토콜)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973568" y="4114800"/>
            <a:ext cx="3749040" cy="221284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973568" y="4114800"/>
            <a:ext cx="374904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10728" y="42793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TOOLING / INFRA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110728" y="47091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Git / CI-CD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10728" y="518464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Storybook / MSW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10728" y="5660136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React Hook Form / Zod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292608" y="658368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|  2024.01 – 2026.04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778240" y="12801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기반 하이브리드 메시징 서비스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92608" y="950976"/>
            <a:ext cx="11603736" cy="18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024128"/>
            <a:ext cx="3806952" cy="53766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1024128"/>
            <a:ext cx="3806952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주요 업무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91000" y="1024128"/>
            <a:ext cx="3806952" cy="5376672"/>
          </a:xfrm>
          <a:prstGeom prst="rect">
            <a:avLst/>
          </a:prstGeom>
          <a:solidFill>
            <a:srgbClr val="0F1A0F"/>
          </a:solidFill>
          <a:ln w="12700">
            <a:solidFill>
              <a:srgbClr val="0F1A0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91000" y="1024128"/>
            <a:ext cx="3806952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8160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문제 &amp; 해결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89392" y="1024128"/>
            <a:ext cx="3806952" cy="5376672"/>
          </a:xfrm>
          <a:prstGeom prst="rect">
            <a:avLst/>
          </a:prstGeom>
          <a:solidFill>
            <a:srgbClr val="1A1212"/>
          </a:solidFill>
          <a:ln w="12700">
            <a:solidFill>
              <a:srgbClr val="1A12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89392" y="1024128"/>
            <a:ext cx="3806952" cy="3657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6552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 성과 &amp; 경험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146304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앱 전반 아키텍처 및 구조 설계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210312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인앱결제 연동 및 FCM 푸시 알림 개발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7432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공통 UI 컴포넌트 라이브러리 구축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33832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Native-WebView 양방향 통신 구조 수립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8160" y="146304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28160" y="1737360"/>
            <a:ext cx="35326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빈번한 운영 콘텐츠 변경 및 알림 진입 속도 이슈로 사용자 경험 저하 및 개발 비용 증가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28160" y="292608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28160" y="32004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React Native WebView + Native 혼합 구조 설계로 운영 효율성 확보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28160" y="38404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Expo 대신 순수 React Native 환경 선택 — Native 확장성 확보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6552" y="1463040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개발·운영 공수 50% 절감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6552" y="2176272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015 삐삐 앱 정식 런칭 및 안정적 실서비스 운영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6552" y="2889504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콜드스타트 및 백그라운드 알림 응답속도 획기적 개선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" y="6492240"/>
            <a:ext cx="11603736" cy="274320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6519672"/>
            <a:ext cx="11329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0.81  ·  TypeScript  ·  Zustand  ·  TanStack Query  ·  WebView  ·  FCM  ·  Notifee  ·  인앱결제  ·  Reanimated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292608" y="658368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|  2024.01 – 2026.04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778240" y="12801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 효율화 및 개발 문화 정립을 위한 구조적 개선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92608" y="950976"/>
            <a:ext cx="11603736" cy="18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024128"/>
            <a:ext cx="3806952" cy="53766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1024128"/>
            <a:ext cx="3806952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주요 업무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91000" y="1024128"/>
            <a:ext cx="3806952" cy="5376672"/>
          </a:xfrm>
          <a:prstGeom prst="rect">
            <a:avLst/>
          </a:prstGeom>
          <a:solidFill>
            <a:srgbClr val="0F1A0F"/>
          </a:solidFill>
          <a:ln w="12700">
            <a:solidFill>
              <a:srgbClr val="0F1A0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91000" y="1024128"/>
            <a:ext cx="3806952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8160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문제 &amp; 해결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89392" y="1024128"/>
            <a:ext cx="3806952" cy="5376672"/>
          </a:xfrm>
          <a:prstGeom prst="rect">
            <a:avLst/>
          </a:prstGeom>
          <a:solidFill>
            <a:srgbClr val="1A1212"/>
          </a:solidFill>
          <a:ln w="12700">
            <a:solidFill>
              <a:srgbClr val="1A12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89392" y="1024128"/>
            <a:ext cx="3806952" cy="3657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6552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 성과 &amp; 경험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146304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알림톡·일반 메시지 발송 프로세스 전반 개발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210312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발송 대상 및 템플릿 관리 시스템 구축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7432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UI/UX 리뉴얼 및 사내 디자인 시스템 개선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33832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프로젝트 컨벤션 수립 및 문서화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8160" y="146304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28160" y="1737360"/>
            <a:ext cx="35326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구조 및 컴포넌트 작성 방식 상이로 인한 유지보수 비용 증가 및 팀원 온보딩 어려움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28160" y="292608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28160" y="32004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프로젝트 컨벤션 수립 + React Query 도입으로 구조 표준화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28160" y="38404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API 캐싱 + Code Splitting으로 번들·로딩 속도 개선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28160" y="448056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Knip 도입 — 미사용 파일 297개 제거, exports 182→0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6552" y="1463040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유지보수 공수 40% 절감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6552" y="2176272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팀원 온보딩 및 협업 효율성 강화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6552" y="2889504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사용자 중심의 발송 플로우 개선으로 업무 편의성 향상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2608" y="6492240"/>
            <a:ext cx="11603736" cy="274320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" y="6519672"/>
            <a:ext cx="11329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TypeScript  ·  TanStack Query  ·  Vite  ·  Recoil  ·  Styled-Components  ·  STOMP/WebSocket  ·  JsSIP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292608" y="658368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|  2024.01 – 2026.04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778240" y="12801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관리자 시스템을 대체하는 차세대 운영 플랫폼 (FE 2인 주도)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92608" y="950976"/>
            <a:ext cx="11603736" cy="18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024128"/>
            <a:ext cx="3806952" cy="53766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1024128"/>
            <a:ext cx="3806952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주요 업무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91000" y="1024128"/>
            <a:ext cx="3806952" cy="5376672"/>
          </a:xfrm>
          <a:prstGeom prst="rect">
            <a:avLst/>
          </a:prstGeom>
          <a:solidFill>
            <a:srgbClr val="0F1A0F"/>
          </a:solidFill>
          <a:ln w="12700">
            <a:solidFill>
              <a:srgbClr val="0F1A0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91000" y="1024128"/>
            <a:ext cx="3806952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8160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문제 &amp; 해결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89392" y="1024128"/>
            <a:ext cx="3806952" cy="5376672"/>
          </a:xfrm>
          <a:prstGeom prst="rect">
            <a:avLst/>
          </a:prstGeom>
          <a:solidFill>
            <a:srgbClr val="1A1212"/>
          </a:solidFill>
          <a:ln w="12700">
            <a:solidFill>
              <a:srgbClr val="1A12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89392" y="1024128"/>
            <a:ext cx="3806952" cy="3657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6552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 성과 &amp; 경험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146304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메인 대시보드 및 충전·정산 관리 시스템 개발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210312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월별 이용 현황 및 전반적 통계 관리 구축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7432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FE 컨벤션 수립 및 공통 컴포넌트 라이브러리 제작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33832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백엔드와 API 데이터 모델 협의 및 메뉴 구조 설계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8160" y="146304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28160" y="1737360"/>
            <a:ext cx="35326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시스템의 노후화로 인한 운영 효율 저하 및 데이터 시각화 요구 증대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28160" y="292608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28160" y="32004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최신 스택 기반 차세대 정산 플랫폼 구축 및 데이터 중심 UI 설계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28160" y="38404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DnD Kit으로 사용자 맞춤형 위젯 대시보드 구현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28160" y="448056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Chart.js 실시간 통계 시각화, ExcelJS 정산 내보내기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6552" y="1463040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FE 2인이 시스템 전반 초기 설계부터 배포까지 주도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6552" y="2176272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대규모 관리 시스템 전 과정 품질 확보 경험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6552" y="2889504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운영자 피드백 반영한 직관적 관리 환경 구현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2608" y="6492240"/>
            <a:ext cx="11603736" cy="274320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" y="6519672"/>
            <a:ext cx="11329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Chart.js  ·  DnD Kit  ·  ExcelJS  ·  Zod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292608" y="658368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|  2024.01 – 2026.04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778240" y="12801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인트라넷을 Next.js 14 기반 차세대 시스템으로 전환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92608" y="950976"/>
            <a:ext cx="11603736" cy="18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024128"/>
            <a:ext cx="3806952" cy="53766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1024128"/>
            <a:ext cx="3806952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주요 업무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91000" y="1024128"/>
            <a:ext cx="3806952" cy="5376672"/>
          </a:xfrm>
          <a:prstGeom prst="rect">
            <a:avLst/>
          </a:prstGeom>
          <a:solidFill>
            <a:srgbClr val="0F1A0F"/>
          </a:solidFill>
          <a:ln w="12700">
            <a:solidFill>
              <a:srgbClr val="0F1A0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91000" y="1024128"/>
            <a:ext cx="3806952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8160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문제 &amp; 해결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89392" y="1024128"/>
            <a:ext cx="3806952" cy="5376672"/>
          </a:xfrm>
          <a:prstGeom prst="rect">
            <a:avLst/>
          </a:prstGeom>
          <a:solidFill>
            <a:srgbClr val="1A1212"/>
          </a:solidFill>
          <a:ln w="12700">
            <a:solidFill>
              <a:srgbClr val="1A12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89392" y="1024128"/>
            <a:ext cx="3806952" cy="3657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6552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 성과 &amp; 경험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146304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Next.js 14 환경 초기 아키텍처 설계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210312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NextAuth 기반 RBAC 통합 인증·권한 시스템 구축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7432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계약·고객·업체·일정·통계·품의·결제 핵심 모듈 개발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33832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범용 Form 컴포넌트 및 재사용 UI 라이브러리 제작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8160" y="146304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28160" y="1737360"/>
            <a:ext cx="35326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30여 종의 품의서가 각각 개별 구조로 운영되어 수정·유지보수 비용 과다 발생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28160" y="292608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28160" y="32004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품의서 구조 분석 → 공통 패턴 도출 → 범용 Form 설계 및 API 표준화 제안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28160" y="38404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Next.js 14 + NextAuth 기반 현대적 아키텍처로 레거시 전면 전환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6552" y="1463040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30여 종 품의서 → 1개 범용 Form 구조로 완벽 통합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6552" y="2176272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시스템 유지보수성 및 확장성 획기적 향상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6552" y="2889504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엔터프라이즈급 서비스 설계 전 과정 경험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" y="6492240"/>
            <a:ext cx="11603736" cy="274320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6519672"/>
            <a:ext cx="11329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14  ·  NextAuth.js  ·  RBAC  ·  Shadcn UI  ·  Jotai  ·  React Hook Form  ·  Zod  ·  Recharts  ·  Storybook  ·  MSW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서비스 통합 관리자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292608" y="658368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|  2024.01 – 2026.04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778240" y="12801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015·싸다오·아레오 등 분산된 서비스의 통합 운영 플랫폼 구축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92608" y="950976"/>
            <a:ext cx="11603736" cy="18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024128"/>
            <a:ext cx="3806952" cy="53766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1024128"/>
            <a:ext cx="3806952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주요 업무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91000" y="1024128"/>
            <a:ext cx="3806952" cy="5376672"/>
          </a:xfrm>
          <a:prstGeom prst="rect">
            <a:avLst/>
          </a:prstGeom>
          <a:solidFill>
            <a:srgbClr val="0F1A0F"/>
          </a:solidFill>
          <a:ln w="12700">
            <a:solidFill>
              <a:srgbClr val="0F1A0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91000" y="1024128"/>
            <a:ext cx="3806952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8160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문제 &amp; 해결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89392" y="1024128"/>
            <a:ext cx="3806952" cy="5376672"/>
          </a:xfrm>
          <a:prstGeom prst="rect">
            <a:avLst/>
          </a:prstGeom>
          <a:solidFill>
            <a:srgbClr val="1A1212"/>
          </a:solidFill>
          <a:ln w="12700">
            <a:solidFill>
              <a:srgbClr val="1A12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89392" y="1024128"/>
            <a:ext cx="3806952" cy="3657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6552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 성과 &amp; 경험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146304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서비스 신청 내역·고객 정보·운영 데이터 통합 관리 설계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210312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표준화된 운영 워크플로우 구축 및 관리자 UI 개발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7432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다양한 서비스 데이터 모델 수용하는 통합 인터페이스 구현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33832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통합 대시보드 및 리포트 기능 개발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8160" y="146304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28160" y="1737360"/>
            <a:ext cx="35326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서비스별로 신청 내역과 운영 데이터가 개별 관리되어 운영 효율성 저하 및 리소스 낭비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28160" y="292608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28160" y="32004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하나의 시스템에서 모든 서비스 데이터를 통합 관리하는 운영 플랫폼 구축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28160" y="38404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신규 서비스 추가 시 최소한의 개발로 즉시 대응 가능한 구조 설계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6552" y="1463040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신규 서비스 추가 시 최소 공수로 즉시 대응 가능한 확장성 확보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6552" y="2176272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데이터 관리 일원화로 운영 업무 효율성 및 정확도 향상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6552" y="2889504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중복 운영 프로세스 제거로 관리 리소스 낭비 해결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" y="6492240"/>
            <a:ext cx="11603736" cy="274320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6519672"/>
            <a:ext cx="11329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Ant Design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스마트오더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292608" y="658368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|  2024.01 – 2026.04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778240" y="12801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주문 및 결제를 관리하는 운영 시스템 유지보수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92608" y="950976"/>
            <a:ext cx="11603736" cy="18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024128"/>
            <a:ext cx="3806952" cy="53766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1024128"/>
            <a:ext cx="3806952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주요 업무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91000" y="1024128"/>
            <a:ext cx="3806952" cy="5376672"/>
          </a:xfrm>
          <a:prstGeom prst="rect">
            <a:avLst/>
          </a:prstGeom>
          <a:solidFill>
            <a:srgbClr val="0F1A0F"/>
          </a:solidFill>
          <a:ln w="12700">
            <a:solidFill>
              <a:srgbClr val="0F1A0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91000" y="1024128"/>
            <a:ext cx="3806952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8160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문제 &amp; 해결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89392" y="1024128"/>
            <a:ext cx="3806952" cy="5376672"/>
          </a:xfrm>
          <a:prstGeom prst="rect">
            <a:avLst/>
          </a:prstGeom>
          <a:solidFill>
            <a:srgbClr val="1A1212"/>
          </a:solidFill>
          <a:ln w="12700">
            <a:solidFill>
              <a:srgbClr val="1A12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89392" y="1024128"/>
            <a:ext cx="3806952" cy="3657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6552" y="1097280"/>
            <a:ext cx="3532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 성과 &amp; 경험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146304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 관리 시스템 유지보수 및 실시간 운영 이슈 대응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210312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결제 프로세스 최적화 및 매출 조회 기능 개선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7432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카드 단말기 및 NICE/EasyPay 결제 모듈 연동 관리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33832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UI/UX 개선을 통한 매장 운영 효율성 제고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8160" y="146304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28160" y="1737360"/>
            <a:ext cx="35326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결제 및 주문 프로세스의 복잡성으로 인한 예외 상황 빈번 발생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28160" y="2926080"/>
            <a:ext cx="3532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28160" y="320040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결제 승인·취소 로직의 예외 처리 강화 및 실시간 로그 분석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28160" y="3840480"/>
            <a:ext cx="3532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PG 연동 프로세스 표준화로 결제 오류 발생률 감소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6552" y="1463040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실제 운영 환경에서의 결제 장애 대응 및 트러블슈팅 역량 확보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6552" y="2176272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주문→결제→정산 전체 비즈니스 워크플로우 완벽 이해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6552" y="2889504"/>
            <a:ext cx="3532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매출 데이터 정합성 확보를 위한 시스템 안정화 기여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" y="6492240"/>
            <a:ext cx="11603736" cy="274320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6519672"/>
            <a:ext cx="11329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 ·  TypeScript  ·  NICE PG  ·  EasyPay  ·  카드 단말기 연동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201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PROPOSITION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92608" y="5486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회사에 기여할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92608" y="1298448"/>
            <a:ext cx="11603736" cy="18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463040"/>
            <a:ext cx="5623560" cy="2304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463040"/>
            <a:ext cx="54864" cy="23042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" y="1664208"/>
            <a:ext cx="5212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👁  사용자 관점의 UI/UX 개선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" y="2212848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퍼블리셔 시절부터 다져온 세밀한 시각으로 사용자의 불편함을 먼저 포착하고,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기술적으로 최적화된 UI/UX를 제안하고 구현합니다.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463040"/>
            <a:ext cx="5623560" cy="2304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1463040"/>
            <a:ext cx="54864" cy="23042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664208"/>
            <a:ext cx="5212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🏗  서비스 구조 설계 및 리팩토링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2212848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구현을 넘어 유지보수가 용이한 아키텍처를 설계합니다.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코드를 추상화하고 공통 자산화하여 팀의 생산성을 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2608" y="3950208"/>
            <a:ext cx="5623560" cy="2304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2608" y="3950208"/>
            <a:ext cx="54864" cy="23042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" y="4151376"/>
            <a:ext cx="5212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 운영 경험 기반 문제 해결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1208" y="4700016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다양한 서비스 운영 경험을 바탕으로 비즈니스 요구사항을 빠르게 이해하고,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효율을 극대화할 수 있는 실질적인 해결책을 제시합니다.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3950208"/>
            <a:ext cx="5623560" cy="2304288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3950208"/>
            <a:ext cx="54864" cy="23042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4151376"/>
            <a:ext cx="5212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 프론트엔드와 백엔드 협업 경험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5080" y="4700016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표준화 및 API 데이터 통신 최적화 경험을 통해 백엔드 개발자와 원활히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소통하며 전체 시스템의 완성도를 높이는 데 기여합니다.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1645920"/>
            <a:ext cx="116037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400" kern="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" y="2194560"/>
            <a:ext cx="116037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준비된 프론트엔드 개발자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92608" y="2880360"/>
            <a:ext cx="116037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2743200" y="4434840"/>
            <a:ext cx="6702552" cy="228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4663440"/>
            <a:ext cx="11603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코드를 짜는 것을 넘어, 비즈니스 문제를 기술적으로 해결하고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팀과 함께 성장하는 개발자가 되겠습니다.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5577840"/>
            <a:ext cx="5788152" cy="22860"/>
          </a:xfrm>
          <a:prstGeom prst="rect">
            <a:avLst/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5715000"/>
            <a:ext cx="11603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 jinwon9514@gmail.com  ·  github.com/jinwonnnnnnn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2608" y="6263640"/>
            <a:ext cx="11603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경청해주셔서 감사합니다.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김진원 포트폴리오</dc:title>
  <dc:subject>PptxGenJS Presentation</dc:subject>
  <dc:creator>김진원</dc:creator>
  <cp:lastModifiedBy>김진원</cp:lastModifiedBy>
  <cp:revision>1</cp:revision>
  <dcterms:created xsi:type="dcterms:W3CDTF">2026-06-25T05:51:40Z</dcterms:created>
  <dcterms:modified xsi:type="dcterms:W3CDTF">2026-06-25T05:51:40Z</dcterms:modified>
</cp:coreProperties>
</file>
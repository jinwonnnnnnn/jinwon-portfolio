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46304"/>
            <a:ext cx="6400800" cy="671169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56692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100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4206240" cy="502920"/>
          </a:xfrm>
          <a:prstGeom prst="rect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108960"/>
            <a:ext cx="64008" cy="5029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145536"/>
            <a:ext cx="39319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  ·  FE 3년차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5669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경험과 유지보수성을 함께 고민하는 개발자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315968"/>
            <a:ext cx="4754880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끊임없이 성장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3774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774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가능한 구조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062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Empathy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2062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관점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62179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github.com/jinwonnnnnnn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675120" y="100584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0" dirty="0"/>
          </a:p>
        </p:txBody>
      </p:sp>
      <p:sp>
        <p:nvSpPr>
          <p:cNvPr id="20" name="Text 18"/>
          <p:cNvSpPr/>
          <p:nvPr/>
        </p:nvSpPr>
        <p:spPr>
          <a:xfrm>
            <a:off x="667512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Years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961120" y="1463040"/>
            <a:ext cx="0" cy="3657600"/>
          </a:xfrm>
          <a:prstGeom prst="line">
            <a:avLst/>
          </a:prstGeom>
          <a:noFill/>
          <a:ln w="12700">
            <a:solidFill>
              <a:srgbClr val="2424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100584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0" dirty="0"/>
          </a:p>
        </p:txBody>
      </p:sp>
      <p:sp>
        <p:nvSpPr>
          <p:cNvPr id="23" name="Text 21"/>
          <p:cNvSpPr/>
          <p:nvPr/>
        </p:nvSpPr>
        <p:spPr>
          <a:xfrm>
            <a:off x="914400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83680" y="5120640"/>
            <a:ext cx="5394960" cy="144475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52852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  /  에스엔소프트  /  글로비코리아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766560" y="565099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Companies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경력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737360" y="1371600"/>
            <a:ext cx="0" cy="5029200"/>
          </a:xfrm>
          <a:prstGeom prst="line">
            <a:avLst/>
          </a:prstGeom>
          <a:noFill/>
          <a:ln w="12700">
            <a:solidFill>
              <a:srgbClr val="2424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91056" y="1481328"/>
            <a:ext cx="292608" cy="2926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9948672" cy="14813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1371600"/>
            <a:ext cx="64008" cy="14813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12848" y="1463040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326880" y="1463040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212848" y="1847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  ·  2년 4개월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212848" y="2148840"/>
            <a:ext cx="9674352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015 삐삐 앱 신규 개발 (앱스토어 정식 출시)   • 차세대 커스터머·인트라넷 0→1 설계 주도   • React Query·컨벤션 수립으로 유지보수 40% 절감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591056" y="3145536"/>
            <a:ext cx="292608" cy="29260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035808"/>
            <a:ext cx="9948672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0" y="3035808"/>
            <a:ext cx="64008" cy="138988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12848" y="3127248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에스엔소프트 (하이코딩)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26880" y="3127248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212848" y="351129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2021.04 – 2022.10  ·  1년 6개월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12848" y="3813048"/>
            <a:ext cx="9674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대기업 교육 플랫폼 3개사 구축   • LMS 반응형 UI 개발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591056" y="4809744"/>
            <a:ext cx="292608" cy="29260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11680" y="4700016"/>
            <a:ext cx="9948672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11680" y="4700016"/>
            <a:ext cx="64008" cy="138988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12848" y="4791456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글로비코리아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326880" y="4791456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212848" y="5175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2020.04 – 2021.01  ·  10개월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212848" y="5477256"/>
            <a:ext cx="9674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자사 쇼핑몰 CMS 유지보수   • 이벤트 페이지 기획·제작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ACHIEVEMENTS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수치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539496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18488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</a:t>
            </a:r>
            <a:endParaRPr lang="en-US" sz="6400" dirty="0"/>
          </a:p>
        </p:txBody>
      </p:sp>
      <p:sp>
        <p:nvSpPr>
          <p:cNvPr id="9" name="Shape 7"/>
          <p:cNvSpPr/>
          <p:nvPr/>
        </p:nvSpPr>
        <p:spPr>
          <a:xfrm>
            <a:off x="822960" y="2926080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02666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개발·운영 공수 절감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337560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삐삐 앱 하이브리드 구조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417320"/>
            <a:ext cx="53949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618488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2인</a:t>
            </a:r>
            <a:endParaRPr lang="en-US" sz="6400" dirty="0"/>
          </a:p>
        </p:txBody>
      </p:sp>
      <p:sp>
        <p:nvSpPr>
          <p:cNvPr id="15" name="Shape 13"/>
          <p:cNvSpPr/>
          <p:nvPr/>
        </p:nvSpPr>
        <p:spPr>
          <a:xfrm>
            <a:off x="6446520" y="2926080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302666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설계→배포 전 과정 주도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3337560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커스터머 0→1 신규 구축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849624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49624"/>
            <a:ext cx="5394960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50792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30→1</a:t>
            </a:r>
            <a:endParaRPr lang="en-US" sz="6400" dirty="0"/>
          </a:p>
        </p:txBody>
      </p:sp>
      <p:sp>
        <p:nvSpPr>
          <p:cNvPr id="21" name="Shape 19"/>
          <p:cNvSpPr/>
          <p:nvPr/>
        </p:nvSpPr>
        <p:spPr>
          <a:xfrm>
            <a:off x="822960" y="5358384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45896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품의서 범용 Form 통합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769864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인트라넷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72200" y="3849624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3849624"/>
            <a:ext cx="539496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4050792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297개</a:t>
            </a:r>
            <a:endParaRPr lang="en-US" sz="6400" dirty="0"/>
          </a:p>
        </p:txBody>
      </p:sp>
      <p:sp>
        <p:nvSpPr>
          <p:cNvPr id="27" name="Shape 25"/>
          <p:cNvSpPr/>
          <p:nvPr/>
        </p:nvSpPr>
        <p:spPr>
          <a:xfrm>
            <a:off x="6446520" y="5358384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545896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미사용 파일 제거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46520" y="5769864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Knip 정적 분석 도입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539496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819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" y="192938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 ·  Next.js 15  ·  React Native 0.81  ·  TypeScript  ·  JavaScript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1417320"/>
            <a:ext cx="5394960" cy="6400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5819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/ Data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0" y="192938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TanStack Query  ·  Zustand  ·  Recoil  ·  Jotai  ·  TanStack Table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081528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081528"/>
            <a:ext cx="53949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2461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Styling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77240" y="3593592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 ·  Styled-Components  ·  Shadcn UI  ·  Ant Design  ·  MUI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72200" y="3081528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3081528"/>
            <a:ext cx="5394960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2461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Visualization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0" y="3593592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Chart.js  ·  Recharts  ·  DnD Kit  ·  ExcelJS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745736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745736"/>
            <a:ext cx="539496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91032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Real-time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STOMP/WebSocket  ·  SSE  ·  FCM/Notifee  ·  JsSIP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4745736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4745736"/>
            <a:ext cx="5394960" cy="64008"/>
          </a:xfrm>
          <a:prstGeom prst="rect">
            <a:avLst/>
          </a:prstGeom>
          <a:solidFill>
            <a:srgbClr val="A5B4FC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491032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Tooling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00800" y="52578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Hook Form  ·  Zod  ·  Storybook  ·  MSW  ·  Framer Motion  ·  Knip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삐삐 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기반 메시징 앱 신규 개발 — 앱스토어·플레이스토어 정식 출시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· Expo · 순수 RN 세 가지 검토. Expo는 FCM·인앱결제에서 ejection이 불가피했고, Flutter는 Dart 언어 학습 비용 이슈. 기존 React 경험을 활용하면서 Native 완전 제어권을 확보할 수 있는 순수 RN 0.81 선택.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앱 전반 아키텍처 설계 및 기술 스택 선정 — 순수 RN 0.81 채택 (Expo ejection 리스크 회피, JS 생태계 유지 + Native 완전 제어)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WebView + Native 하이브리드 구조 설계 — 콘텐츠는 웹으로 운영, 핵심 기능은 Native 처리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인앱결제 구현 — iOS App Store · Android Google Play 각 스토어 정책 대응 및 영수증 검증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FCM/Notifee 푸시 알림 시스템 + WebView↔Native 통신 브릿지 설계</a:t>
            </a:r>
            <a:endParaRPr lang="en-US" sz="1150" dirty="0"/>
          </a:p>
        </p:txBody>
      </p:sp>
      <p:pic>
        <p:nvPicPr>
          <p:cNvPr id="21" name="Image 0" descr="/Users/jinwon/Desktop/jinwon-portfolio/apps/web/public/images/projects/bbi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1898" y="1298448"/>
            <a:ext cx="1135685" cy="246888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781898" y="1298448"/>
            <a:ext cx="1135685" cy="2468880"/>
          </a:xfrm>
          <a:prstGeom prst="rect">
            <a:avLst/>
          </a:prstGeom>
          <a:ln w="12700">
            <a:solidFill>
              <a:srgbClr val="1C1C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75120" y="3877056"/>
            <a:ext cx="5349240" cy="10789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75120" y="3877056"/>
            <a:ext cx="64008" cy="10789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31152" y="3950208"/>
            <a:ext cx="5001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출시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6931152" y="4700016"/>
            <a:ext cx="5001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앱스토어 · 플레이스토어 동시 론칭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675120" y="504748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504748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31152" y="510235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구조로 콘텐츠 업데이트 시 앱 재배포 없이 즉시 반영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675120" y="5705856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75120" y="5705856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31152" y="5760720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앱스토어·플레이스토어 동시 정식 출시 달성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0.81  ·  TypeScript  ·  Zustand  ·  TanStack Query  ·  FCM  ·  Notifee  ·  인앱결제  ·  Reanimated  ·  WebView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웹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메시징 플랫폼 운영 효율화 및 개발 문화 정립을 위한 구조적 개선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1A0808"/>
          </a:solidFill>
          <a:ln w="12700">
            <a:solidFill>
              <a:srgbClr val="1A08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609344"/>
            <a:ext cx="5989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컨벤션 부재로 파일 구조·컴포넌트 방식이 개발자마다 달라 유지보수 비용 급증. 주소록 업로드 시 엑셀 숫자 서식으로 전화번호 앞 0이 사라지는 문의 반복.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24140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3063240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컨벤션 수립 + React Query 표준화. Knip으로 미사용 파일 297개↓, exports 182→0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66744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엑셀 양식 전화번호 열을 텍스트 서식으로 미리 제공 — 고객 전가 대신 양식 자체 개선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52544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443984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62272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담당 업무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4008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알림톡·메시지 발송 프로세스 개발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발송 대상·템플릿 관리 시스템 구축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UI/UX 리뉴얼 및 디자인 시스템 개선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컨벤션 수립·기술 문서 관리</a:t>
            </a:r>
            <a:endParaRPr lang="en-US" sz="1050" dirty="0"/>
          </a:p>
        </p:txBody>
      </p:sp>
      <p:pic>
        <p:nvPicPr>
          <p:cNvPr id="26" name="Image 0" descr="/Users/jinwon/Desktop/jinwon-portfolio/apps/web/public/images/projects/web015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2964" y="1298448"/>
            <a:ext cx="3273552" cy="18288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7712964" y="1298448"/>
            <a:ext cx="3273552" cy="1828800"/>
          </a:xfrm>
          <a:prstGeom prst="rect">
            <a:avLst/>
          </a:prstGeom>
          <a:ln w="12700">
            <a:solidFill>
              <a:srgbClr val="1C1C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3236976"/>
            <a:ext cx="5349240" cy="10789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75120" y="3236976"/>
            <a:ext cx="64008" cy="10789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31152" y="3310128"/>
            <a:ext cx="5001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297개</a:t>
            </a:r>
            <a:endParaRPr lang="en-US" sz="3800" dirty="0"/>
          </a:p>
        </p:txBody>
      </p:sp>
      <p:sp>
        <p:nvSpPr>
          <p:cNvPr id="31" name="Text 28"/>
          <p:cNvSpPr/>
          <p:nvPr/>
        </p:nvSpPr>
        <p:spPr>
          <a:xfrm>
            <a:off x="6931152" y="4059936"/>
            <a:ext cx="5001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Knip 정적 분석 / 미사용 파일 전수 제거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675120" y="440740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75120" y="440740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31152" y="446227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문의 감소 및 업로드 UX 개선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675120" y="5065776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675120" y="5065776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931152" y="5120640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온보딩·협업 효율성 강화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 ·  TypeScript  ·  TanStack Query  ·  Vite  ·  Recoil  ·  Styled-Components  ·  Ant Design  ·  STOMP/WebSocket  ·  JsSIP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커스터머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노후 관리자 시스템을 대체하는 차세대 운영 플랫폼 — FE 2인 주도 신규 구축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2인이 초기 아키텍처 설계부터 배포까지 전 과정 주도. 기존 시스템 대체를 위해 처음부터 설계·개발한 대규모 운영 관리 플랫폼.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FE 아키텍처 설계 및 기술 스택 선정 주도 — 팀 컨벤션·폴더 구조·API 모델 협의까지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DnD Kit 위젯 대시보드 구현 — 운영자가 드래그로 직접 레이아웃 커스터마이징 가능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Chart.js 실시간 통계 시각화 (월별 이용 현황·충전·정산) + ExcelJS 정산 내보내기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공통 컴포넌트 라이브러리 구축 및 TanStack Table 기반 대용량 데이터 테이블</a:t>
            </a:r>
            <a:endParaRPr lang="en-US" sz="1150" dirty="0"/>
          </a:p>
        </p:txBody>
      </p:sp>
      <p:pic>
        <p:nvPicPr>
          <p:cNvPr id="21" name="Image 0" descr="/Users/jinwon/Desktop/jinwon-portfolio/apps/web/public/images/projects/custome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2108" y="1298448"/>
            <a:ext cx="3255264" cy="182880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7722108" y="1298448"/>
            <a:ext cx="3255264" cy="1828800"/>
          </a:xfrm>
          <a:prstGeom prst="rect">
            <a:avLst/>
          </a:prstGeom>
          <a:ln w="12700">
            <a:solidFill>
              <a:srgbClr val="1C1C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75120" y="3236976"/>
            <a:ext cx="5349240" cy="10789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75120" y="3236976"/>
            <a:ext cx="64008" cy="10789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31152" y="3310128"/>
            <a:ext cx="5001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2인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6931152" y="4059936"/>
            <a:ext cx="5001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→ 배포 전 과정 주도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675120" y="440740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440740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31152" y="446227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관리 시스템 0→1 구축 전 과정 경험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675120" y="5065776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75120" y="5065776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31152" y="5120640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 피드백 기반 직관적 환경 완성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Chart.js  ·  DnD Kit  ·  ExcelJS  ·  Zod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인트라넷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인트라넷 전면 재구축 — Next.js 14 기반 차세대 시스템으로 완전 교체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인트라넷을 Next.js 14로 완전히 재구축. 아키텍처 설계부터 핵심 모듈 개발, 팀 컨벤션 수립까지 FE 주도.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아키텍처 설계 및 기술 스택 선정 — Next.js 14 App Router 기반 전체 구조 수립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NextAuth 기반 RBAC 인증 시스템 구축 — 역할별 메뉴·기능 접근 제어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30여 종 품의서 구조 분석 → 공통 패턴 도출 → 범용 Form 컴포넌트 설계 (30→1)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Storybook + MSW 개발 환경 구축 및 API 표준화 제안, 팀 내 컨벤션 수립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675120" y="1298448"/>
            <a:ext cx="5349240" cy="223113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0" y="1298448"/>
            <a:ext cx="64008" cy="223113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31152" y="1463040"/>
            <a:ext cx="50017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30→1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6931152" y="2651760"/>
            <a:ext cx="5001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품의서 개별 구조 → 범용 Form 통합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75120" y="3712464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3712464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31152" y="3776472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시스템 완전 전환 성공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0" y="4425696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75120" y="4425696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4489704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엔터프라이즈급 레거시 마이그레이션 경험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14  ·  NextAuth.js  ·  RBAC  ·  Shadcn UI  ·  Jotai  ·  React Hook Form  ·  Zod  ·  Recharts  ·  Storybook  ·  MSW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서비스 통합 관리자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015·싸다오·아레오 분산 서비스 → 단일 통합 운영 플랫폼 신규 구축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서비스별로 분산된 운영 시스템을 단일 플랫폼으로 통합. 신규 서비스도 최소 공수로 즉시 추가 가능한 확장 구조 설계.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멀티 서비스 지원 통합 관리자 아키텍처 설계 (015, 싸다오, 아레오 등 통합)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신규 서비스 추가 시 최소 개발 공수로 즉시 통합 가능한 공통 인터페이스 구현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서비스별 운영 워크플로우 통합 대시보드 + 리포트·통계 기능 개발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75120" y="1298448"/>
            <a:ext cx="5349240" cy="223113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75120" y="1298448"/>
            <a:ext cx="64008" cy="223113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31152" y="1463040"/>
            <a:ext cx="50017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endParaRPr lang="en-US" sz="4600" dirty="0"/>
          </a:p>
        </p:txBody>
      </p:sp>
      <p:sp>
        <p:nvSpPr>
          <p:cNvPr id="23" name="Text 21"/>
          <p:cNvSpPr/>
          <p:nvPr/>
        </p:nvSpPr>
        <p:spPr>
          <a:xfrm>
            <a:off x="6931152" y="2651760"/>
            <a:ext cx="5001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서비스 → 단일 운영 플랫폼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75120" y="3712464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0" y="3712464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31152" y="3776472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서비스 최소 공수로 즉시 대응 가능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675120" y="4425696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75120" y="4425696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31152" y="4489704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리소스 낭비 해결 및 정확도 향상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Ant Design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스마트오더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및 결제 기반 서비스 운영 환경에서 유지보수 및 UI 개선 수행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1A0808"/>
          </a:solidFill>
          <a:ln w="12700">
            <a:solidFill>
              <a:srgbClr val="1A08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609344"/>
            <a:ext cx="5989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운영 시스템의 매출 보고 UI 부재와 복잡한 인터페이스로 운영 담당자 업무 효율 저하.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24140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3063240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월별/주별 매출 보고 UI 신규 개발 — 운영 담당자 데이터 접근성 향상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66744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업무 흐름에 맞춘 인터페이스 개선으로 사용성 향상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52544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443984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62272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담당 업무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4008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기존 코드 기반 유지보수 및 UI 개선 작업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월별/주별 매출 보고 UI 신규 개발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업무 흐름 기반 인터페이스 개선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결제기 연동 기능 대응 및 운영 이슈 지원</a:t>
            </a:r>
            <a:endParaRPr lang="en-US" sz="1050" dirty="0"/>
          </a:p>
        </p:txBody>
      </p:sp>
      <p:pic>
        <p:nvPicPr>
          <p:cNvPr id="26" name="Image 0" descr="/Users/jinwon/Desktop/jinwon-portfolio/apps/web/public/images/projects/smart-order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2964" y="1298448"/>
            <a:ext cx="3273552" cy="18288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7712964" y="1298448"/>
            <a:ext cx="3273552" cy="1828800"/>
          </a:xfrm>
          <a:prstGeom prst="rect">
            <a:avLst/>
          </a:prstGeom>
          <a:ln w="12700">
            <a:solidFill>
              <a:srgbClr val="1C1C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3236976"/>
            <a:ext cx="5349240" cy="10789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75120" y="3236976"/>
            <a:ext cx="64008" cy="10789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31152" y="3310128"/>
            <a:ext cx="5001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3800" dirty="0"/>
          </a:p>
        </p:txBody>
      </p:sp>
      <p:sp>
        <p:nvSpPr>
          <p:cNvPr id="31" name="Text 28"/>
          <p:cNvSpPr/>
          <p:nvPr/>
        </p:nvSpPr>
        <p:spPr>
          <a:xfrm>
            <a:off x="6931152" y="4059936"/>
            <a:ext cx="5001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보고 UI 및 사용성 향상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675120" y="440740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75120" y="440740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31152" y="446227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월별/주별 매출 보고 UI 개선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675120" y="5065776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675120" y="5065776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931152" y="5120640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및 결제 기반 서비스 운영 환경 경험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 ·  TypeScript  ·  Ant Design  ·  Vite  ·  NICE PG  ·  EasyPay  ·  카드 단말기 연동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PHILOSOPHY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철학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58191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2039112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49808" y="2551176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679192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구현 이전에 사용자의 여정을 먼저 고민합니다. 퍼블리셔 경험을 바탕으로 디테일한 UI/UX 감각을 유지합니다.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417320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3368" y="158191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73368" y="2039112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유지보수성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373368" y="2551176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2679192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미래의 확장과 수정을 고려한 구조 설계. 팀원이 이해하기 쉬운 코드가 진짜 좋은 코드라고 생각합니다.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867912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67912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4032504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49808" y="4489704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협업과 소통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49808" y="5001768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5129784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납득 가능한 코드와 명확한 의사결정. 혼자 잘하는 것보다 팀 전체의 생산성을 높이는 것을 우선합니다.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72200" y="3867912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3867912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4032504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373368" y="4489704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373368" y="5001768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5129784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아닌 근본 원인을 파고듭니다. 고객 문의를 고객에게 전가하지 않고 구조 자체를 개선합니다.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46304"/>
            <a:ext cx="6583680" cy="671169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5760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단순히 코드를 짜는 것을 넘어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문제를 기술로 해결하고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팀과 함께 성장하는 개발자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657600"/>
            <a:ext cx="3566160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840480"/>
            <a:ext cx="5760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48640" y="4846320"/>
            <a:ext cx="5760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  ·  FE 3년차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5349240"/>
            <a:ext cx="566928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541264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58978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github.com/jinwonnnnnnn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0" y="1371600"/>
            <a:ext cx="5029200" cy="411480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01168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경청해주셔서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6766560" y="5669280"/>
            <a:ext cx="5029200" cy="6400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5760720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090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일하고 싶다면 언제든 연락 주세요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김진원 포트폴리오</dc:title>
  <dc:subject>PptxGenJS Presentation</dc:subject>
  <dc:creator>PptxGenJS</dc:creator>
  <cp:lastModifiedBy>PptxGenJS</cp:lastModifiedBy>
  <cp:revision>1</cp:revision>
  <dcterms:created xsi:type="dcterms:W3CDTF">2026-06-25T11:06:31Z</dcterms:created>
  <dcterms:modified xsi:type="dcterms:W3CDTF">2026-06-25T11:06:31Z</dcterms:modified>
</cp:coreProperties>
</file>
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5725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71450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57175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28625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14350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00075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71600"/>
            <a:ext cx="1154887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9000" dirty="0"/>
          </a:p>
        </p:txBody>
      </p:sp>
      <p:sp>
        <p:nvSpPr>
          <p:cNvPr id="11" name="Shape 9"/>
          <p:cNvSpPr/>
          <p:nvPr/>
        </p:nvSpPr>
        <p:spPr>
          <a:xfrm>
            <a:off x="4114800" y="3291840"/>
            <a:ext cx="3959352" cy="4754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0" y="3291840"/>
            <a:ext cx="54864" cy="4754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33375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0" y="3913632"/>
            <a:ext cx="7068312" cy="228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4023360"/>
            <a:ext cx="11548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 개선과 유지보수성을 고민하는 개발자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4617720"/>
            <a:ext cx="3657600" cy="132588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4617720"/>
            <a:ext cx="54864" cy="13258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473659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 Mindset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" y="51663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퍼블리셔에서 FE 개발자로 성장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87952" y="4617720"/>
            <a:ext cx="3657600" cy="132588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87952" y="4617720"/>
            <a:ext cx="54864" cy="13258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473659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Structural Excellence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51663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설계 및 공통화·성능 개선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55864" y="4617720"/>
            <a:ext cx="3657600" cy="132588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55864" y="4617720"/>
            <a:ext cx="54864" cy="13258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473659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Solver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57032" y="51663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문제를 정의하고 구조적으로 해결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2004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5년차  ·  2020.04 ~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  ·  github.com/jinwonnnnnnn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철학 및 핵심 가치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0040" y="12618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기술보다 문제 해결과 협업을 우선합니다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664208"/>
            <a:ext cx="1154887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847088"/>
            <a:ext cx="5577840" cy="219456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847088"/>
            <a:ext cx="54864" cy="21945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" y="204825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57784" y="2560320"/>
            <a:ext cx="521208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서비스를 어떻게 사용하는지 먼저 고민하고 반영합니다.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구현 이전에 사용자의 여정을 우선시합니다.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847088"/>
            <a:ext cx="5577840" cy="219456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1847088"/>
            <a:ext cx="54864" cy="21945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204825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64224" y="2560320"/>
            <a:ext cx="521208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당장의 구현보다 미래의 유지보수를 고려하여 설계합니다.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구조와 명확한 코드를 지향합니다.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4224528"/>
            <a:ext cx="5577840" cy="219456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4224528"/>
            <a:ext cx="54864" cy="21945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" y="44256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57784" y="4937760"/>
            <a:ext cx="521208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코드는 팀원들이 이해하고 납득할 수 있는 코드입니다.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원활한 소통을 통해 팀의 생산성을 높입니다.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4224528"/>
            <a:ext cx="5577840" cy="219456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4224528"/>
            <a:ext cx="54864" cy="21945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64224" y="44256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64224" y="4937760"/>
            <a:ext cx="521208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자체보다 문제를 해결하기 위한 적절한 선택과 구조 설계를 중요하게 생각합니다.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PROFESSIONAL EXPERIENCE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0040" y="126187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중심의 경력 요약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664208"/>
            <a:ext cx="1154887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847088"/>
            <a:ext cx="11548872" cy="141732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847088"/>
            <a:ext cx="54864" cy="14173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97510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21208" y="23591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0" y="1975104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1208" y="2615184"/>
            <a:ext cx="1113739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메시징 서비스 및 통합 관리자 플랫폼 개발 주도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React, Next.js, React Native 기반 대규모 서비스 구축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서비스 운영 효율화 중심 프로젝트 수행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3419856"/>
            <a:ext cx="11548872" cy="141732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3419856"/>
            <a:ext cx="54864" cy="1417320"/>
          </a:xfrm>
          <a:prstGeom prst="rect">
            <a:avLst/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354787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에스엔소프트 (하이코딩)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1208" y="39319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2021.04 – 2022.10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354787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21208" y="4187952"/>
            <a:ext cx="1113739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SK Hynix · Samsung SDS · Hyundai Kefico 교육 플랫폼 구축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반응형 웹 구축 및 웹 표준 준수 퍼블리싱 수행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4992624"/>
            <a:ext cx="11548872" cy="141732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992624"/>
            <a:ext cx="54864" cy="1417320"/>
          </a:xfrm>
          <a:prstGeom prst="rect">
            <a:avLst/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512064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글로비코리아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" y="55046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2020.04 – 2021.01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772400" y="51206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1208" y="5760720"/>
            <a:ext cx="1113739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자사 쇼핑몰 CMS 유지보수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UI 개선 및 이벤트 프로모션 페이지 제작 주도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0040" y="12618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운영과 개발 생산성을 위한 기술 포트폴리오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664208"/>
            <a:ext cx="1154887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847088"/>
            <a:ext cx="3639312" cy="2176272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847088"/>
            <a:ext cx="3639312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2048256"/>
            <a:ext cx="3364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84632" y="2441448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React / Next.js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84632" y="2944368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React Native / WebView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4632" y="3447288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TypeScript / JavaScript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78808" y="1847088"/>
            <a:ext cx="3639312" cy="2176272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78808" y="1847088"/>
            <a:ext cx="3639312" cy="54864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2048256"/>
            <a:ext cx="3364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/ DATA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343400" y="2441448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TanStack Query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43400" y="2944368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Zustand / Recoil / Jotai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43400" y="3447288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TanStack Table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7576" y="1847088"/>
            <a:ext cx="3639312" cy="2176272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37576" y="1847088"/>
            <a:ext cx="3639312" cy="5486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02168" y="2048256"/>
            <a:ext cx="3364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/ STYLING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02168" y="2441448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Tailwind CSS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02168" y="2944368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Styled-Components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02168" y="3447288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Shadcn UI / Ant Design / MUI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4206240"/>
            <a:ext cx="3639312" cy="2176272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4206240"/>
            <a:ext cx="3639312" cy="54864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" y="4407408"/>
            <a:ext cx="3364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VISUALIZATION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4632" y="4800600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Chart.js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4632" y="5303520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DnD Kit (위젯 대시보드)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4632" y="5806440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Recharts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178808" y="4206240"/>
            <a:ext cx="3639312" cy="2176272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78808" y="4206240"/>
            <a:ext cx="3639312" cy="54864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43400" y="4407408"/>
            <a:ext cx="3364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 / COMM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43400" y="4800600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STOMP / WebSocket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343400" y="5303520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FCM / Notifee / SSE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343400" y="5806440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JsSIP (SIP 프로토콜)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037576" y="4206240"/>
            <a:ext cx="3639312" cy="2176272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37576" y="4206240"/>
            <a:ext cx="3639312" cy="54864"/>
          </a:xfrm>
          <a:prstGeom prst="rect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02168" y="4407408"/>
            <a:ext cx="3364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TOOLING / INFRA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02168" y="4800600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Git / CI-CD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02168" y="5303520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Storybook / MSW / Zod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202168" y="5806440"/>
            <a:ext cx="33649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React Hook Form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5544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89720" y="155448"/>
            <a:ext cx="2670048" cy="3840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53728" y="164592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71323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969264"/>
            <a:ext cx="11548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기반 하이브리드 메시징 서비스 구축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1261872"/>
            <a:ext cx="1218895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956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912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280160"/>
            <a:ext cx="3989832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99560" y="1280160"/>
            <a:ext cx="3989832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99120" y="1280160"/>
            <a:ext cx="398983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업무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0072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 →  해결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0028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&amp; 경험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9956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912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" y="1938528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앱 전반 아키텍처 및 구조 설계 주도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" y="2560320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인앱결제 연동 및 FCM 푸시 알림 개발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" y="3182112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공통 UI 컴포넌트 라이브러리 구축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01168" y="3803904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Native↔WebView 양방향 통신 구조 수립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99560" y="1901952"/>
            <a:ext cx="3989832" cy="256032"/>
          </a:xfrm>
          <a:prstGeom prst="rect">
            <a:avLst/>
          </a:prstGeom>
          <a:solidFill>
            <a:srgbClr val="1F0A0A"/>
          </a:solidFill>
          <a:ln w="12700">
            <a:solidFill>
              <a:srgbClr val="1F0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00728" y="1920240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문제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300728" y="2194560"/>
            <a:ext cx="3733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빈번한 운영 콘텐츠 변경 및 알림 진입 속도 이슈로 사용자 경험 저하 및 운영 비용 증가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0468" y="3383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99560" y="3703320"/>
            <a:ext cx="3989832" cy="256032"/>
          </a:xfrm>
          <a:prstGeom prst="rect">
            <a:avLst/>
          </a:prstGeom>
          <a:solidFill>
            <a:srgbClr val="0A1A0A"/>
          </a:solidFill>
          <a:ln w="12700">
            <a:solidFill>
              <a:srgbClr val="0A1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00728" y="3721608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해결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300728" y="4023360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React Native WebView + Native 혼합 구조 설계로 운영 효율성 확보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300728" y="4590288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Expo 대신 순수 React Native 환경 선택 — Native 확장성 확보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99120" y="1901952"/>
            <a:ext cx="3989832" cy="749808"/>
          </a:xfrm>
          <a:prstGeom prst="rect">
            <a:avLst/>
          </a:prstGeom>
          <a:solidFill>
            <a:srgbClr val="1C1A0A"/>
          </a:solidFill>
          <a:ln w="12700">
            <a:solidFill>
              <a:srgbClr val="1C1A0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9120" y="1901952"/>
            <a:ext cx="45720" cy="7498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00288" y="1965960"/>
            <a:ext cx="3733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개발·운영 공수 50% 절감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00288" y="2944368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015 삐삐 앱 정식 런칭 및 안정적 서비스 운영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400288" y="3602736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콜드스타트 및 푸시 응답속도 획기적 개선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0D12"/>
          </a:solidFill>
          <a:ln w="12700">
            <a:solidFill>
              <a:srgbClr val="0D0D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6601968"/>
            <a:ext cx="11548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0.81  ·  TypeScript  ·  Zustand  ·  TanStack Query  ·  WebView  ·  FCM  ·  Notifee  ·  인앱결제  ·  Reanimated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5544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89720" y="155448"/>
            <a:ext cx="2670048" cy="3840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53728" y="164592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71323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969264"/>
            <a:ext cx="11548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 효율화 및 개발 문화 정립을 위한 구조적 개선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1261872"/>
            <a:ext cx="1218895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956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912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280160"/>
            <a:ext cx="3989832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99560" y="1280160"/>
            <a:ext cx="3989832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99120" y="1280160"/>
            <a:ext cx="398983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업무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0072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 →  해결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0028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&amp; 경험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9956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912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" y="1938528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알림톡·메시지 발송 프로세스 전반 개발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" y="2560320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발송 대상 및 템플릿 관리 시스템 구축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" y="3182112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UI/UX 리뉴얼 및 사내 디자인 시스템 개선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01168" y="3803904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 및 기술 문서 관리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99560" y="1901952"/>
            <a:ext cx="3989832" cy="256032"/>
          </a:xfrm>
          <a:prstGeom prst="rect">
            <a:avLst/>
          </a:prstGeom>
          <a:solidFill>
            <a:srgbClr val="1F0A0A"/>
          </a:solidFill>
          <a:ln w="12700">
            <a:solidFill>
              <a:srgbClr val="1F0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00728" y="1920240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문제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300728" y="2194560"/>
            <a:ext cx="3733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구조·컴포넌트 방식 상이로 유지보수 비용 증가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주소록 업로드 시 엑셀 숫자 서식으로 010→10 변환 문의 다수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0468" y="3383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99560" y="3703320"/>
            <a:ext cx="3989832" cy="256032"/>
          </a:xfrm>
          <a:prstGeom prst="rect">
            <a:avLst/>
          </a:prstGeom>
          <a:solidFill>
            <a:srgbClr val="0A1A0A"/>
          </a:solidFill>
          <a:ln w="12700">
            <a:solidFill>
              <a:srgbClr val="0A1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00728" y="3721608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해결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300728" y="4023360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컨벤션 수립 + React Query로 구조 표준화, Code Splitting·Knip으로 레거시 제거 (파일 297개↓)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300728" y="4590288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주소록 업로드 엑셀 양식의 번호 열을 텍스트 서식으로 미리 제공 — 안내 문구를 고객에게 전가하지 않고 양식 개선으로 해결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99120" y="1901952"/>
            <a:ext cx="3989832" cy="749808"/>
          </a:xfrm>
          <a:prstGeom prst="rect">
            <a:avLst/>
          </a:prstGeom>
          <a:solidFill>
            <a:srgbClr val="1C1A0A"/>
          </a:solidFill>
          <a:ln w="12700">
            <a:solidFill>
              <a:srgbClr val="1C1A0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9120" y="1901952"/>
            <a:ext cx="45720" cy="7498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00288" y="1965960"/>
            <a:ext cx="3733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공수 40% 절감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00288" y="2944368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고객 문의 감소 및 업로드 UX 개선 (엑셀 서식 트러블슈팅)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400288" y="3602736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팀원 온보딩 및 협업 효율성 강화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0D12"/>
          </a:solidFill>
          <a:ln w="12700">
            <a:solidFill>
              <a:srgbClr val="0D0D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6601968"/>
            <a:ext cx="11548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TypeScript  ·  TanStack Query  ·  Vite  ·  Recoil  ·  Styled-Components  ·  STOMP/WebSocket  ·  JsSIP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5544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89720" y="155448"/>
            <a:ext cx="2670048" cy="3840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53728" y="164592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71323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969264"/>
            <a:ext cx="11548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관리자 시스템을 대체하는 차세대 운영 플랫폼 (FE 2인 주도)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1261872"/>
            <a:ext cx="1218895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956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912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280160"/>
            <a:ext cx="3989832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99560" y="1280160"/>
            <a:ext cx="3989832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99120" y="1280160"/>
            <a:ext cx="398983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업무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0072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 →  해결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0028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&amp; 경험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9956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912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" y="1938528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메인 대시보드 및 충전·정산 관리 시스템 개발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" y="2560320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 이용 현황 및 전반적 통계 관리 구축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" y="3182112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FE 컨벤션 수립 및 공통 컴포넌트 라이브러리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01168" y="3803904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API 데이터 모델 협의 및 메뉴 구조 설계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99560" y="1901952"/>
            <a:ext cx="3989832" cy="256032"/>
          </a:xfrm>
          <a:prstGeom prst="rect">
            <a:avLst/>
          </a:prstGeom>
          <a:solidFill>
            <a:srgbClr val="1F0A0A"/>
          </a:solidFill>
          <a:ln w="12700">
            <a:solidFill>
              <a:srgbClr val="1F0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00728" y="1920240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문제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300728" y="2194560"/>
            <a:ext cx="3733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시스템의 노후화로 인한 운영 효율 저하 및 데이터 시각화 요구 증대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0468" y="3383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99560" y="3703320"/>
            <a:ext cx="3989832" cy="256032"/>
          </a:xfrm>
          <a:prstGeom prst="rect">
            <a:avLst/>
          </a:prstGeom>
          <a:solidFill>
            <a:srgbClr val="0A1A0A"/>
          </a:solidFill>
          <a:ln w="12700">
            <a:solidFill>
              <a:srgbClr val="0A1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00728" y="3721608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해결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300728" y="4023360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최신 스택 기반 차세대 정산 플랫폼 구축, 데이터 중심 UI 설계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300728" y="4590288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DnD Kit 위젯 대시보드 + Chart.js 실시간 통계, ExcelJS 정산 내보내기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99120" y="1901952"/>
            <a:ext cx="3989832" cy="749808"/>
          </a:xfrm>
          <a:prstGeom prst="rect">
            <a:avLst/>
          </a:prstGeom>
          <a:solidFill>
            <a:srgbClr val="1C1A0A"/>
          </a:solidFill>
          <a:ln w="12700">
            <a:solidFill>
              <a:srgbClr val="1C1A0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9120" y="1901952"/>
            <a:ext cx="45720" cy="7498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00288" y="1965960"/>
            <a:ext cx="3733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 시스템 초기 설계→배포 전 과정 주도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00288" y="2944368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대규모 관리 시스템 전 과정 품질 확보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400288" y="3602736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운영자 피드백 반영한 직관적 관리 환경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0D12"/>
          </a:solidFill>
          <a:ln w="12700">
            <a:solidFill>
              <a:srgbClr val="0D0D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6601968"/>
            <a:ext cx="11548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Chart.js  ·  DnD Kit  ·  ExcelJS  ·  Zod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5544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89720" y="155448"/>
            <a:ext cx="2670048" cy="3840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53728" y="164592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71323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969264"/>
            <a:ext cx="11548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인트라넷을 Next.js 14 기반 차세대 시스템으로 전환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1261872"/>
            <a:ext cx="1218895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956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912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280160"/>
            <a:ext cx="3989832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99560" y="1280160"/>
            <a:ext cx="3989832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99120" y="1280160"/>
            <a:ext cx="398983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업무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0072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 →  해결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0028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&amp; 경험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9956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912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" y="1938528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Next.js 14 환경 초기 아키텍처 설계 주도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" y="2560320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NextAuth 기반 RBAC 통합 인증·권한 구축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" y="3182112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계약·고객·일정·통계·품의·결제 핵심 모듈 개발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01168" y="3803904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범용 Form 컴포넌트 및 UI 라이브러리 제작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99560" y="1901952"/>
            <a:ext cx="3989832" cy="256032"/>
          </a:xfrm>
          <a:prstGeom prst="rect">
            <a:avLst/>
          </a:prstGeom>
          <a:solidFill>
            <a:srgbClr val="1F0A0A"/>
          </a:solidFill>
          <a:ln w="12700">
            <a:solidFill>
              <a:srgbClr val="1F0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00728" y="1920240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문제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300728" y="2194560"/>
            <a:ext cx="3733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30여 종의 품의서가 각각 개별 구조로 운영되어 수정·유지보수 비용 과다 발생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0468" y="3383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99560" y="3703320"/>
            <a:ext cx="3989832" cy="256032"/>
          </a:xfrm>
          <a:prstGeom prst="rect">
            <a:avLst/>
          </a:prstGeom>
          <a:solidFill>
            <a:srgbClr val="0A1A0A"/>
          </a:solidFill>
          <a:ln w="12700">
            <a:solidFill>
              <a:srgbClr val="0A1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00728" y="3721608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해결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300728" y="4023360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품의서 구조 분석 → 공통 패턴 도출 → 범용 Form 설계 및 API 표준화 제안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300728" y="4590288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Next.js 14 + NextAuth 기반 현대적 아키텍처로 레거시 전면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99120" y="1901952"/>
            <a:ext cx="3989832" cy="749808"/>
          </a:xfrm>
          <a:prstGeom prst="rect">
            <a:avLst/>
          </a:prstGeom>
          <a:solidFill>
            <a:srgbClr val="1C1A0A"/>
          </a:solidFill>
          <a:ln w="12700">
            <a:solidFill>
              <a:srgbClr val="1C1A0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9120" y="1901952"/>
            <a:ext cx="45720" cy="7498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00288" y="1965960"/>
            <a:ext cx="3733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30여 종 품의서 → 1개 범용 Form 구조로 완벽 통합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00288" y="2944368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시스템 유지보수성·확장성 획기적 향상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400288" y="3602736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엔터프라이즈급 서비스 설계 전 과정 경험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0D12"/>
          </a:solidFill>
          <a:ln w="12700">
            <a:solidFill>
              <a:srgbClr val="0D0D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6601968"/>
            <a:ext cx="11548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14  ·  NextAuth.js  ·  RBAC  ·  Shadcn UI  ·  Jotai  ·  React Hook Form  ·  Zod  ·  Recharts  ·  Storybook  ·  MSW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5544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서비스 통합 관리자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89720" y="155448"/>
            <a:ext cx="2670048" cy="3840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53728" y="164592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71323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969264"/>
            <a:ext cx="11548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015·싸다오·아레오 등 분산된 서비스의 통합 운영 플랫폼 구축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1261872"/>
            <a:ext cx="1218895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956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912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280160"/>
            <a:ext cx="3989832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99560" y="1280160"/>
            <a:ext cx="3989832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99120" y="1280160"/>
            <a:ext cx="398983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업무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0072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 →  해결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0028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&amp; 경험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9956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912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" y="1938528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서비스 신청·고객 정보·운영 데이터 통합 관리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" y="2560320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표준화된 운영 워크플로우 및 관리자 UI 개발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" y="3182112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다양한 데이터 모델 수용하는 통합 인터페이스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01168" y="3803904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통합 대시보드 및 리포트 기능 개발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99560" y="1901952"/>
            <a:ext cx="3989832" cy="256032"/>
          </a:xfrm>
          <a:prstGeom prst="rect">
            <a:avLst/>
          </a:prstGeom>
          <a:solidFill>
            <a:srgbClr val="1F0A0A"/>
          </a:solidFill>
          <a:ln w="12700">
            <a:solidFill>
              <a:srgbClr val="1F0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00728" y="1920240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문제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300728" y="2194560"/>
            <a:ext cx="3733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서비스별로 신청 내역과 운영 데이터가 개별 관리되어 운영 효율성 저하 및 리소스 낭비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0468" y="3383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99560" y="3703320"/>
            <a:ext cx="3989832" cy="256032"/>
          </a:xfrm>
          <a:prstGeom prst="rect">
            <a:avLst/>
          </a:prstGeom>
          <a:solidFill>
            <a:srgbClr val="0A1A0A"/>
          </a:solidFill>
          <a:ln w="12700">
            <a:solidFill>
              <a:srgbClr val="0A1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00728" y="3721608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해결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300728" y="4023360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하나의 시스템에서 모든 서비스 데이터를 통합 관리하는 플랫폼 구축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300728" y="4590288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신규 서비스 추가 시 최소 개발로 즉시 대응 가능한 구조 설계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99120" y="1901952"/>
            <a:ext cx="3989832" cy="749808"/>
          </a:xfrm>
          <a:prstGeom prst="rect">
            <a:avLst/>
          </a:prstGeom>
          <a:solidFill>
            <a:srgbClr val="1C1A0A"/>
          </a:solidFill>
          <a:ln w="12700">
            <a:solidFill>
              <a:srgbClr val="1C1A0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9120" y="1901952"/>
            <a:ext cx="45720" cy="7498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00288" y="1965960"/>
            <a:ext cx="3733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서비스 추가 시 최소 공수로 즉시 대응 가능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00288" y="2944368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데이터 일원화로 운영 업무 효율성·정확도 향상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400288" y="3602736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중복 운영 프로세스 제거로 리소스 낭비 해결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0D12"/>
          </a:solidFill>
          <a:ln w="12700">
            <a:solidFill>
              <a:srgbClr val="0D0D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6601968"/>
            <a:ext cx="11548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Ant Design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5544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스마트오더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89720" y="155448"/>
            <a:ext cx="2670048" cy="3840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53728" y="164592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71323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969264"/>
            <a:ext cx="11548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주문 및 결제를 관리하는 운영 시스템 유지보수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1261872"/>
            <a:ext cx="1218895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956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9120" y="1280160"/>
            <a:ext cx="3989832" cy="5577840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280160"/>
            <a:ext cx="3989832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99560" y="1280160"/>
            <a:ext cx="3989832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99120" y="1280160"/>
            <a:ext cx="398983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업무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0072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 →  해결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00288" y="1417320"/>
            <a:ext cx="3733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&amp; 경험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9956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9120" y="1810512"/>
            <a:ext cx="398983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" y="1938528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주문 관리 시스템 유지보수 및 실시간 이슈 대응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" y="2560320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결제 프로세스 최적화 및 매출 조회 기능 개선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" y="3182112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NICE/EasyPay 결제 모듈 및 카드 단말기 연동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01168" y="3803904"/>
            <a:ext cx="3733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UI/UX 개선으로 매장 운영 효율성 제고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99560" y="1901952"/>
            <a:ext cx="3989832" cy="256032"/>
          </a:xfrm>
          <a:prstGeom prst="rect">
            <a:avLst/>
          </a:prstGeom>
          <a:solidFill>
            <a:srgbClr val="1F0A0A"/>
          </a:solidFill>
          <a:ln w="12700">
            <a:solidFill>
              <a:srgbClr val="1F0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00728" y="1920240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문제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300728" y="2194560"/>
            <a:ext cx="3733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결제 및 주문 프로세스의 복잡성으로 인한 예외 상황 빈번 발생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0468" y="3383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99560" y="3703320"/>
            <a:ext cx="3989832" cy="256032"/>
          </a:xfrm>
          <a:prstGeom prst="rect">
            <a:avLst/>
          </a:prstGeom>
          <a:solidFill>
            <a:srgbClr val="0A1A0A"/>
          </a:solidFill>
          <a:ln w="12700">
            <a:solidFill>
              <a:srgbClr val="0A1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00728" y="3721608"/>
            <a:ext cx="3733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해결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300728" y="4023360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결제 승인·취소 로직의 예외 처리 강화 및 실시간 로그 분석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300728" y="4590288"/>
            <a:ext cx="3733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PG 연동 프로세스 표준화로 결제 오류 발생률 감소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99120" y="1901952"/>
            <a:ext cx="3989832" cy="749808"/>
          </a:xfrm>
          <a:prstGeom prst="rect">
            <a:avLst/>
          </a:prstGeom>
          <a:solidFill>
            <a:srgbClr val="1C1A0A"/>
          </a:solidFill>
          <a:ln w="12700">
            <a:solidFill>
              <a:srgbClr val="1C1A0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9120" y="1901952"/>
            <a:ext cx="45720" cy="7498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00288" y="1965960"/>
            <a:ext cx="3733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환경의 결제 장애 대응·트러블슈팅 역량 확보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00288" y="2944368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주문→결제→정산 전체 비즈니스 워크플로우 이해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400288" y="3602736"/>
            <a:ext cx="373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매출 데이터 정합성 확보 및 시스템 안정화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0D12"/>
          </a:solidFill>
          <a:ln w="12700">
            <a:solidFill>
              <a:srgbClr val="0D0D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6601968"/>
            <a:ext cx="11548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 ·  TypeScript  ·  NICE PG  ·  EasyPay  ·  카드 단말기 연동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PROPOSITION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회사에 기여할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298448"/>
            <a:ext cx="11548872" cy="13716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463040"/>
            <a:ext cx="5577840" cy="2304288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63040"/>
            <a:ext cx="54864" cy="23042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664208"/>
            <a:ext cx="5166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👁  사용자 관점의 UI/UX 개선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57784" y="2212848"/>
            <a:ext cx="5166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퍼블리셔 시절부터 다져온 세밀한 시각으로 사용자의 불편함을 먼저 포착하고,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기술적으로 최적화된 UI/UX를 제안하고 구현합니다.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463040"/>
            <a:ext cx="5577840" cy="2304288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1463040"/>
            <a:ext cx="54864" cy="23042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664208"/>
            <a:ext cx="5166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🏗  서비스 구조 설계 및 리팩토링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2212848"/>
            <a:ext cx="5166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구현을 넘어 유지보수가 용이한 아키텍처를 설계합니다.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코드를 추상화하고 공통 자산화하여 팀의 생산성을 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950208"/>
            <a:ext cx="5577840" cy="2304288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3950208"/>
            <a:ext cx="54864" cy="23042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" y="4151376"/>
            <a:ext cx="5166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 운영 경험 기반 문제 해결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7784" y="4700016"/>
            <a:ext cx="5166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다양한 서비스 운영 경험을 바탕으로 비즈니스 요구사항을 빠르게 이해하고,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효율을 극대화할 수 있는 실질적인 해결책을 제시합니다.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3950208"/>
            <a:ext cx="5577840" cy="2304288"/>
          </a:xfrm>
          <a:prstGeom prst="rect">
            <a:avLst/>
          </a:prstGeom>
          <a:solidFill>
            <a:srgbClr val="131318"/>
          </a:solidFill>
          <a:ln w="12700">
            <a:solidFill>
              <a:srgbClr val="13131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3950208"/>
            <a:ext cx="54864" cy="23042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4151376"/>
            <a:ext cx="5166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 프론트엔드와 백엔드 협업 경험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64224" y="4700016"/>
            <a:ext cx="5166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표준화 및 API 통신 최적화 경험을 통해 백엔드 개발자와 원활히 소통하며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시스템의 완성도를 높이는 데 기여합니다.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5725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71450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257175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342900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8625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14350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000750"/>
            <a:ext cx="12188952" cy="7315"/>
          </a:xfrm>
          <a:prstGeom prst="rect">
            <a:avLst/>
          </a:prstGeom>
          <a:solidFill>
            <a:srgbClr val="252532"/>
          </a:solidFill>
          <a:ln w="12700">
            <a:solidFill>
              <a:srgbClr val="2525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691640"/>
            <a:ext cx="11548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0" kern="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" y="219456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준비된 프론트엔드 개발자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0040" y="2834640"/>
            <a:ext cx="1154887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8000" dirty="0"/>
          </a:p>
        </p:txBody>
      </p:sp>
      <p:sp>
        <p:nvSpPr>
          <p:cNvPr id="13" name="Shape 11"/>
          <p:cNvSpPr/>
          <p:nvPr/>
        </p:nvSpPr>
        <p:spPr>
          <a:xfrm>
            <a:off x="3200400" y="4434840"/>
            <a:ext cx="5788152" cy="2743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4645152"/>
            <a:ext cx="1154887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코드를 짜는 것을 넘어, 비즈니스 문제를 기술적으로 해결하고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팀과 함께 성장하는 개발자가 되겠습니다.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40480" y="5577840"/>
            <a:ext cx="4507992" cy="13716"/>
          </a:xfrm>
          <a:prstGeom prst="rect">
            <a:avLst/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5687568"/>
            <a:ext cx="11548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 jinwon9514@gmail.com  ·  github.com/jinwonnnnnnn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0040" y="6217920"/>
            <a:ext cx="115488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경청해주셔서 감사합니다.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김진원 포트폴리오</dc:title>
  <dc:subject>PptxGenJS Presentation</dc:subject>
  <dc:creator>김진원</dc:creator>
  <cp:lastModifiedBy>김진원</cp:lastModifiedBy>
  <cp:revision>1</cp:revision>
  <dcterms:created xsi:type="dcterms:W3CDTF">2026-06-25T06:07:08Z</dcterms:created>
  <dcterms:modified xsi:type="dcterms:W3CDTF">2026-06-25T06:07:08Z</dcterms:modified>
</cp:coreProperties>
</file>
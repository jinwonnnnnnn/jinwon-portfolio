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28016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9600" dirty="0"/>
          </a:p>
        </p:txBody>
      </p:sp>
      <p:sp>
        <p:nvSpPr>
          <p:cNvPr id="4" name="Shape 2"/>
          <p:cNvSpPr/>
          <p:nvPr/>
        </p:nvSpPr>
        <p:spPr>
          <a:xfrm>
            <a:off x="594360" y="3401568"/>
            <a:ext cx="3474720" cy="475488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3401568"/>
            <a:ext cx="54864" cy="47548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38144"/>
            <a:ext cx="3200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4133088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 개선과 유지보수성을 고민하는 개발자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4681728"/>
            <a:ext cx="4572000" cy="2286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48463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Mindset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04872" y="48463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Structural Excellence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15384" y="48463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Solver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630936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  ·  github.com/jinwonnnnnnn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789920" y="457200"/>
            <a:ext cx="1280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111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endParaRPr lang="en-US" sz="8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5394960" cy="212140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54864" cy="21214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11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구현 이전에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사용자의 여정을 우선시합니다.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36792" y="1783080"/>
            <a:ext cx="5394960" cy="212140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36792" y="1783080"/>
            <a:ext cx="54864" cy="21214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11112" y="2011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11112" y="2606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확장을 고려한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구조와 명확한 코드를 지향합니다.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4114800"/>
            <a:ext cx="5394960" cy="212140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4114800"/>
            <a:ext cx="54864" cy="21214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343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49377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팀원이 납득할 수 있는 코드와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원활한 의사소통으로 생산성을 높입니다.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36792" y="4114800"/>
            <a:ext cx="5394960" cy="212140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6792" y="4114800"/>
            <a:ext cx="54864" cy="21214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11112" y="4343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11112" y="49377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기술보다 문제 정의와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 해결 과정을 중시합니다.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11411712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74520"/>
            <a:ext cx="54864" cy="13258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1168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40487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0116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697480"/>
            <a:ext cx="11091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서비스 및 통합 관리자 플랫폼 개발 주도 · React, Next.js, React Native 기반 대규모 서비스 운영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3355848"/>
            <a:ext cx="11411712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3355848"/>
            <a:ext cx="54864" cy="1325880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49300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3886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34930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4178808"/>
            <a:ext cx="11091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 Hynix · Samsung SDS · Hyundai Kefico 교육 플랫폼 구축 · 반응형 웹 퍼블리싱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837176"/>
            <a:ext cx="11411712" cy="132588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4837176"/>
            <a:ext cx="54864" cy="1325880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97433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49743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5660136"/>
            <a:ext cx="11091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쇼핑몰 CMS 유지보수 · UI 개선 및 이벤트 프로모션 페이지 제작 주도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5349240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74520"/>
            <a:ext cx="5349240" cy="502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02082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95528" y="2377440"/>
            <a:ext cx="4983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Next.js · React Native · TypeScript / JavaScript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874520"/>
            <a:ext cx="5349240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874520"/>
            <a:ext cx="5349240" cy="502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202082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19088" y="2377440"/>
            <a:ext cx="4983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· Zustand · Recoil · Jotai · TanStack Table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3447288"/>
            <a:ext cx="5349240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447288"/>
            <a:ext cx="5349240" cy="50292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59359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95528" y="3950208"/>
            <a:ext cx="4983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· Styled-Components · Shadcn UI · Ant Design · MUI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3447288"/>
            <a:ext cx="5349240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447288"/>
            <a:ext cx="5349240" cy="50292"/>
          </a:xfrm>
          <a:prstGeom prst="rect">
            <a:avLst/>
          </a:prstGeom>
          <a:solidFill>
            <a:srgbClr val="FF9F0A"/>
          </a:solidFill>
          <a:ln w="12700">
            <a:solidFill>
              <a:srgbClr val="FF9F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59359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9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19088" y="3950208"/>
            <a:ext cx="4983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· DnD Kit (위젯 대시보드) · Recharts · ExcelJS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020056"/>
            <a:ext cx="5349240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020056"/>
            <a:ext cx="5349240" cy="50292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5166360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4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5528" y="5522976"/>
            <a:ext cx="4983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· FCM/Notifee · SSE · JsSIP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5020056"/>
            <a:ext cx="5349240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5020056"/>
            <a:ext cx="5349240" cy="50292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19088" y="5166360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19088" y="5522976"/>
            <a:ext cx="49834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· Storybook · MSW · React Hook Form · Zod · Framer Motion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11548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메시징 앱 신규 개발 — 앱스토어·플레이스토어 정식 출시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79992" y="182880"/>
            <a:ext cx="2743200" cy="347472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5712" y="1920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1154887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6126480" cy="256032"/>
          </a:xfrm>
          <a:prstGeom prst="rect">
            <a:avLst/>
          </a:prstGeom>
          <a:solidFill>
            <a:srgbClr val="0A0A1A"/>
          </a:solidFill>
          <a:ln w="12700">
            <a:solidFill>
              <a:srgbClr val="0A0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389888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700784"/>
            <a:ext cx="5943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서비스 없이 처음부터 설계·구축. React Native 기반 하이브리드 메시징 앱을 앱스토어·플레이스토어 동시 출시 목표로 개발.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450592"/>
            <a:ext cx="5943600" cy="10973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523744"/>
            <a:ext cx="6126480" cy="256032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542032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87121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설계 및 기술 스택 선정 — Expo 배제, 순수 RN 0.81 채택 (Native 모듈 확장성 확보)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60273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WebView + Native 하이브리드 구조 설계 — 콘텐츠는 웹으로 운영, 핵심 기능은 Native로 처리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33425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구현 — iOS App Store · Android Google Play 각 스토어 정책 대응 및 영수증 검증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506577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FCM/Notifee 푸시 알림 시스템 + WebView↔Native 통신 브릿지 (postMessage 프로토콜 설계)</a:t>
            </a:r>
            <a:endParaRPr lang="en-US" sz="1200" dirty="0"/>
          </a:p>
        </p:txBody>
      </p:sp>
      <p:pic>
        <p:nvPicPr>
          <p:cNvPr id="19" name="Image 0" descr="/Users/jinwon/Desktop/jinwon-portfolio/apps/web/public/images/projects/bbi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84264" y="1371600"/>
            <a:ext cx="5266944" cy="129844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684264" y="1371600"/>
            <a:ext cx="5266944" cy="1298448"/>
          </a:xfrm>
          <a:prstGeom prst="rect">
            <a:avLst/>
          </a:prstGeom>
          <a:ln w="12700">
            <a:solidFill>
              <a:srgbClr val="818CF8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29400" y="2761488"/>
            <a:ext cx="5376672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29400" y="2761488"/>
            <a:ext cx="54864" cy="144475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0" y="2871216"/>
            <a:ext cx="5056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출시</a:t>
            </a:r>
            <a:endParaRPr lang="en-US" sz="4200" dirty="0"/>
          </a:p>
        </p:txBody>
      </p:sp>
      <p:sp>
        <p:nvSpPr>
          <p:cNvPr id="24" name="Text 21"/>
          <p:cNvSpPr/>
          <p:nvPr/>
        </p:nvSpPr>
        <p:spPr>
          <a:xfrm>
            <a:off x="6858000" y="3822192"/>
            <a:ext cx="50566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 · 플레이스토어 동시 론칭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629400" y="4315968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29400" y="4315968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58000" y="4361688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50% 절감 (하이브리드 구조 도입)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629400" y="5010912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29400" y="5010912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5056632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콜드스타트·푸시 응답속도 획기적 개선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" y="6620256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FCM  ·  Notifee  ·  인앱결제  ·  Reanimated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11548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플랫폼 운영 효율화 및 개발 문화 정립을 위한 구조적 개선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79992" y="182880"/>
            <a:ext cx="2743200" cy="347472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5712" y="1920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1154887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6126480" cy="256032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389888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4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700784"/>
            <a:ext cx="5943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컨벤션 부재로 개발자마다 파일 구조·컴포넌트 방식이 달라 유지보수 비용 급증. 주소록 업로드 시 엑셀 숫자 서식으로 전화번호 앞 0이 사라지는 문의가 반복.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56032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2889504"/>
            <a:ext cx="6126480" cy="256032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907792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218688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+ React Query 표준화. Code Splitting·API 캐싱 적용. Knip으로 파일 297개↓, exports 182→0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840480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엑셀 양식 전화번호 열을 텍스트 서식으로 미리 제공 — 고객 전가 대신 양식 자체를 개선해 반복 문의 근본 해소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4535424"/>
            <a:ext cx="5943600" cy="10973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4626864"/>
            <a:ext cx="6126480" cy="237744"/>
          </a:xfrm>
          <a:prstGeom prst="rect">
            <a:avLst/>
          </a:prstGeom>
          <a:solidFill>
            <a:srgbClr val="0A0A1A"/>
          </a:solidFill>
          <a:ln w="12700">
            <a:solidFill>
              <a:srgbClr val="0A0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64515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4360" y="493776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개발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" y="534009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대상·템플릿 관리 시스템 구축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3008" y="493776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디자인 시스템 개선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3008" y="534009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수립·기술 문서 관리 (Claude.md 기반)</a:t>
            </a:r>
            <a:endParaRPr lang="en-US" sz="1050" dirty="0"/>
          </a:p>
        </p:txBody>
      </p:sp>
      <p:pic>
        <p:nvPicPr>
          <p:cNvPr id="24" name="Image 0" descr="/Users/jinwon/Desktop/jinwon-portfolio/apps/web/public/images/projects/web015-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84264" y="1371600"/>
            <a:ext cx="5266944" cy="1298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84264" y="1371600"/>
            <a:ext cx="5266944" cy="1298448"/>
          </a:xfrm>
          <a:prstGeom prst="rect">
            <a:avLst/>
          </a:prstGeom>
          <a:ln w="12700">
            <a:solidFill>
              <a:srgbClr val="818CF8">
                <a:alpha val="60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29400" y="2761488"/>
            <a:ext cx="5376672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29400" y="2761488"/>
            <a:ext cx="54864" cy="144475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0" y="2871216"/>
            <a:ext cx="5056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</a:t>
            </a:r>
            <a:endParaRPr lang="en-US" sz="4200" dirty="0"/>
          </a:p>
        </p:txBody>
      </p:sp>
      <p:sp>
        <p:nvSpPr>
          <p:cNvPr id="29" name="Text 26"/>
          <p:cNvSpPr/>
          <p:nvPr/>
        </p:nvSpPr>
        <p:spPr>
          <a:xfrm>
            <a:off x="6858000" y="3822192"/>
            <a:ext cx="50566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공수 절감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629400" y="4315968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29400" y="4315968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4361688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문의 감소 및 업로드 UX 개선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629400" y="5010912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629400" y="5010912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0" y="5056632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일관된 구조로 팀원 온보딩·협업 효율 강화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2920" y="6620256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Ant Design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11548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노후 관리자 시스템을 대체하는 차세대 운영 플랫폼 — FE 2인 주도 신규 구축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79992" y="182880"/>
            <a:ext cx="2743200" cy="347472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5712" y="1920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1154887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6126480" cy="256032"/>
          </a:xfrm>
          <a:prstGeom prst="rect">
            <a:avLst/>
          </a:prstGeom>
          <a:solidFill>
            <a:srgbClr val="0A0A1A"/>
          </a:solidFill>
          <a:ln w="12700">
            <a:solidFill>
              <a:srgbClr val="0A0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389888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700784"/>
            <a:ext cx="5943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2인이 초기 아키텍처 설계부터 배포까지 전 과정 주도. 기존 시스템 대체를 위해 처음부터 설계·개발한 대규모 운영 관리 플랫폼.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450592"/>
            <a:ext cx="5943600" cy="10973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523744"/>
            <a:ext cx="6126480" cy="256032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542032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87121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아키텍처 설계 및 기술 스택 선정 주도 — 팀 컨벤션·폴더 구조·API 모델 협의까지 전담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60273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DnD Kit 위젯 대시보드 구현 — 운영자가 드래그로 직접 레이아웃 커스터마이징 가능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33425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Chart.js 실시간 통계 시각화 (월별 이용 현황·충전·정산) + ExcelJS 정산 데이터 내보내기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506577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공통 컴포넌트 라이브러리 구축 및 TanStack Table 기반 대용량 데이터 테이블 처리</a:t>
            </a:r>
            <a:endParaRPr lang="en-US" sz="1200" dirty="0"/>
          </a:p>
        </p:txBody>
      </p:sp>
      <p:pic>
        <p:nvPicPr>
          <p:cNvPr id="19" name="Image 0" descr="/Users/jinwon/Desktop/jinwon-portfolio/apps/web/public/images/projects/customer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84264" y="1371600"/>
            <a:ext cx="5266944" cy="129844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684264" y="1371600"/>
            <a:ext cx="5266944" cy="1298448"/>
          </a:xfrm>
          <a:prstGeom prst="rect">
            <a:avLst/>
          </a:prstGeom>
          <a:ln w="12700">
            <a:solidFill>
              <a:srgbClr val="818CF8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29400" y="2761488"/>
            <a:ext cx="5376672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29400" y="2761488"/>
            <a:ext cx="54864" cy="144475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0" y="2871216"/>
            <a:ext cx="5056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4200" dirty="0"/>
          </a:p>
        </p:txBody>
      </p:sp>
      <p:sp>
        <p:nvSpPr>
          <p:cNvPr id="24" name="Text 21"/>
          <p:cNvSpPr/>
          <p:nvPr/>
        </p:nvSpPr>
        <p:spPr>
          <a:xfrm>
            <a:off x="6858000" y="3822192"/>
            <a:ext cx="50566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→ 배포 전 과정 주도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629400" y="4315968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29400" y="4315968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58000" y="4361688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관리 시스템 0→1 구축 전 과정 경험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629400" y="5010912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29400" y="5010912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5056632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 피드백 기반 직관적 관리 환경 완성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" y="6620256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11548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 전면 재구축 — Next.js 14 기반 차세대 시스템으로 완전 교체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79992" y="182880"/>
            <a:ext cx="2743200" cy="347472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5712" y="1920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1154887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6126480" cy="256032"/>
          </a:xfrm>
          <a:prstGeom prst="rect">
            <a:avLst/>
          </a:prstGeom>
          <a:solidFill>
            <a:srgbClr val="0A0A1A"/>
          </a:solidFill>
          <a:ln w="12700">
            <a:solidFill>
              <a:srgbClr val="0A0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389888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700784"/>
            <a:ext cx="5943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14로 완전히 재구축하는 프로젝트. 아키텍처 설계부터 핵심 모듈 개발, 팀 컨벤션 수립까지 FE 주도.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450592"/>
            <a:ext cx="5943600" cy="10973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523744"/>
            <a:ext cx="6126480" cy="256032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542032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87121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아키텍처 설계 및 기술 스택 선정 — Next.js 14 App Router 기반 전체 구조 수립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60273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인증 시스템 구축 — 역할(관리자·임직원)별 메뉴·기능 접근 제어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33425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30여 종 품의서 구조 분석 → 공통 패턴 도출 → 범용 Form 컴포넌트 설계 (30→1 통합)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506577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Storybook + MSW 개발 환경 구축 및 API 표준화 제안, 팀 내 컨벤션·기술 문서 수립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29400" y="1371600"/>
            <a:ext cx="5376672" cy="228600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1371600"/>
            <a:ext cx="54864" cy="2286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554480"/>
            <a:ext cx="50566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6858000" y="2743200"/>
            <a:ext cx="50566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개별 구조 → 범용 Form 통합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3858768"/>
            <a:ext cx="5376672" cy="6217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29400" y="3858768"/>
            <a:ext cx="54864" cy="621792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913632"/>
            <a:ext cx="5056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시스템 완전 전환 성공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29400" y="4608576"/>
            <a:ext cx="5376672" cy="6217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9400" y="4608576"/>
            <a:ext cx="54864" cy="621792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0" y="4663440"/>
            <a:ext cx="5056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엔터프라이즈급 레거시 마이그레이션 경험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620256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11548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분산 서비스 운영 시스템 → 단일 통합 관리자 플랫폼 신규 구축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79992" y="182880"/>
            <a:ext cx="2743200" cy="347472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5712" y="1920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1154887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6126480" cy="256032"/>
          </a:xfrm>
          <a:prstGeom prst="rect">
            <a:avLst/>
          </a:prstGeom>
          <a:solidFill>
            <a:srgbClr val="0A0A1A"/>
          </a:solidFill>
          <a:ln w="12700">
            <a:solidFill>
              <a:srgbClr val="0A0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389888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700784"/>
            <a:ext cx="5943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분산된 별도 운영 시스템을 하나의 플랫폼으로 통합 관리 가능한 신규 시스템 구축. 신규 서비스도 최소 공수로 즉시 추가 가능한 확장 구조 설계.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450592"/>
            <a:ext cx="5943600" cy="10973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523744"/>
            <a:ext cx="6126480" cy="256032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542032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87121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멀티 서비스 지원 가능한 통합 관리자 아키텍처 설계 (015, 싸다오, 아레오 등 통합)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60273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신규 서비스 추가 시 최소 개발 공수로 즉시 통합 가능한 공통 인터페이스 구현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4334256"/>
            <a:ext cx="5943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서비스별 운영 워크플로우 통합 대시보드 + 리포트·통계 기능 개발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1371600"/>
            <a:ext cx="5376672" cy="228600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1371600"/>
            <a:ext cx="54864" cy="2286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1554480"/>
            <a:ext cx="50566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endParaRPr lang="en-US" sz="5600" dirty="0"/>
          </a:p>
        </p:txBody>
      </p:sp>
      <p:sp>
        <p:nvSpPr>
          <p:cNvPr id="21" name="Text 19"/>
          <p:cNvSpPr/>
          <p:nvPr/>
        </p:nvSpPr>
        <p:spPr>
          <a:xfrm>
            <a:off x="6858000" y="2743200"/>
            <a:ext cx="50566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서비스 → 단일 운영 플랫폼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29400" y="3858768"/>
            <a:ext cx="5376672" cy="6217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3858768"/>
            <a:ext cx="54864" cy="621792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3913632"/>
            <a:ext cx="5056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추가 시 최소 공수로 즉시 대응 가능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629400" y="4608576"/>
            <a:ext cx="5376672" cy="6217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29400" y="4608576"/>
            <a:ext cx="54864" cy="621792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0" y="4663440"/>
            <a:ext cx="50566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리소스 낭비 해결 및 통합 관리 정확도 향상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6620256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950976"/>
            <a:ext cx="115488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주문·결제 운영 시스템 유지보수 및 결제 프로세스 안정화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79992" y="182880"/>
            <a:ext cx="2743200" cy="347472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25712" y="192024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61872"/>
            <a:ext cx="1154887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71600"/>
            <a:ext cx="6126480" cy="256032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389888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45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700784"/>
            <a:ext cx="5943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PG 연동 결제 프로세스에서 예외 상황이 빈번히 발생. 결제 승인 후 취소 시 정산 데이터 불일치 문제.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56032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2889504"/>
            <a:ext cx="6126480" cy="256032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907792"/>
            <a:ext cx="5943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34C7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218688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 승인·취소 예외 처리 로직 강화 및 실시간 로그 분석 체계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840480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PG 연동 프로세스 표준화 — NICE, EasyPay, 카드 단말기 통합 처리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4535424"/>
            <a:ext cx="5943600" cy="10973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4626864"/>
            <a:ext cx="6126480" cy="237744"/>
          </a:xfrm>
          <a:prstGeom prst="rect">
            <a:avLst/>
          </a:prstGeom>
          <a:solidFill>
            <a:srgbClr val="0A0A1A"/>
          </a:solidFill>
          <a:ln w="12700">
            <a:solidFill>
              <a:srgbClr val="0A0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64515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4360" y="493776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PG 연동 유지보수 (NICE, EasyPay, 카드 단말기)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4360" y="534009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 승인·취소 예외 처리 로직 강화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3008" y="493776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매출 조회 및 주문 통계 기능 개선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3008" y="534009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주문 관리 UI/UX 개선</a:t>
            </a:r>
            <a:endParaRPr lang="en-US" sz="1050" dirty="0"/>
          </a:p>
        </p:txBody>
      </p:sp>
      <p:pic>
        <p:nvPicPr>
          <p:cNvPr id="24" name="Image 0" descr="/Users/jinwon/Desktop/jinwon-portfolio/apps/web/public/images/projects/smart-order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84264" y="1371600"/>
            <a:ext cx="5266944" cy="129844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84264" y="1371600"/>
            <a:ext cx="5266944" cy="1298448"/>
          </a:xfrm>
          <a:prstGeom prst="rect">
            <a:avLst/>
          </a:prstGeom>
          <a:ln w="12700">
            <a:solidFill>
              <a:srgbClr val="818CF8">
                <a:alpha val="60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29400" y="2761488"/>
            <a:ext cx="5376672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29400" y="2761488"/>
            <a:ext cx="54864" cy="144475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0" y="2871216"/>
            <a:ext cx="5056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안정화</a:t>
            </a:r>
            <a:endParaRPr lang="en-US" sz="4200" dirty="0"/>
          </a:p>
        </p:txBody>
      </p:sp>
      <p:sp>
        <p:nvSpPr>
          <p:cNvPr id="29" name="Text 26"/>
          <p:cNvSpPr/>
          <p:nvPr/>
        </p:nvSpPr>
        <p:spPr>
          <a:xfrm>
            <a:off x="6858000" y="3822192"/>
            <a:ext cx="50566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오류·정산 불일치 해소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629400" y="4315968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29400" y="4315968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4361688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 결제 장애 대응·트러블슈팅 역량 확보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629400" y="5010912"/>
            <a:ext cx="5376672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629400" y="5010912"/>
            <a:ext cx="54864" cy="566928"/>
          </a:xfrm>
          <a:prstGeom prst="rect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58000" y="5056632"/>
            <a:ext cx="50566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주문→결제→정산 전체 워크플로우 이해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2920" y="6620256"/>
            <a:ext cx="11548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PROPOSITION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94360" y="65836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기여할 수 있는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94960" cy="214884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28800"/>
            <a:ext cx="54864" cy="2148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👁  사용자 관점의 UI/UX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983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퍼블리셔 시절부터 다져온 세밀한 시각으로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사용자의 불편함을 먼저 포착하고 개선합니다.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94960" cy="214884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828800"/>
            <a:ext cx="54864" cy="2148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029968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  구조 설계 및 리팩토링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2606040"/>
            <a:ext cx="4983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유지보수가 용이한 아키텍처 설계.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코드를 추상화해 팀 생산성을 높입니다.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4187952"/>
            <a:ext cx="5394960" cy="214884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4187952"/>
            <a:ext cx="54864" cy="2148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38912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운영 경험 기반 문제 해결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965192"/>
            <a:ext cx="4983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요구사항을 빠르게 이해하고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실질적인 해결책으로 운영 효율을 극대화합니다.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4187952"/>
            <a:ext cx="5394960" cy="214884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4187952"/>
            <a:ext cx="54864" cy="21488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38912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 백엔드와의 협업 경험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4965192"/>
            <a:ext cx="4983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 협의 및 데이터 통신 최적화 경험으로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완성도를 함께 높입니다.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81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8686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문제를 기술적으로 해결하고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개발자가 되겠습니다.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3840480"/>
            <a:ext cx="3657600" cy="3657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40233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9436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5년차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5687568"/>
            <a:ext cx="11411712" cy="13716"/>
          </a:xfrm>
          <a:prstGeom prst="rect">
            <a:avLst/>
          </a:prstGeom>
          <a:solidFill>
            <a:srgbClr val="18181F"/>
          </a:solidFill>
          <a:ln w="12700">
            <a:solidFill>
              <a:srgbClr val="1818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5870448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  ·  github.com/jinwonnnnnnn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291072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 감사합니다.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PptxGenJS</dc:creator>
  <cp:lastModifiedBy>PptxGenJS</cp:lastModifiedBy>
  <cp:revision>1</cp:revision>
  <dcterms:created xsi:type="dcterms:W3CDTF">2026-06-25T08:23:56Z</dcterms:created>
  <dcterms:modified xsi:type="dcterms:W3CDTF">2026-06-25T08:23:56Z</dcterms:modified>
</cp:coreProperties>
</file>
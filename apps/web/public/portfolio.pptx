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097280"/>
            <a:ext cx="12188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4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DEVELOPER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1554480"/>
            <a:ext cx="121889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김진원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1371600" y="3063240"/>
            <a:ext cx="9445752" cy="0"/>
          </a:xfrm>
          <a:prstGeom prst="line">
            <a:avLst/>
          </a:prstGeom>
          <a:noFill/>
          <a:ln w="25400">
            <a:solidFill>
              <a:srgbClr val="818C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32004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경험 개선과 유지보수성을 고민하는 개발자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62179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5년차  ·  2020.04 ~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0" y="6217920"/>
            <a:ext cx="5330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jinwon9514@gmail.com  ·  github.com/jinwonnnnnnn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EXPERIENCE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경력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566160" cy="329184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3566160" cy="36576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373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글로비코리아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2020.04 – 2021.01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Publisher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80360"/>
            <a:ext cx="3200400" cy="0"/>
          </a:xfrm>
          <a:prstGeom prst="line">
            <a:avLst/>
          </a:prstGeom>
          <a:noFill/>
          <a:ln w="12700">
            <a:solidFill>
              <a:srgbClr val="5252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017520"/>
            <a:ext cx="3200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쇼핑몰 CMS 유지보수 / 이벤트 프로모션 제작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0" y="1554480"/>
            <a:ext cx="3566160" cy="329184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54480"/>
            <a:ext cx="3566160" cy="36576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7373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에스엔소프트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72000" y="21945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2021.04 – 2022.10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0" y="25146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Publisher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0" y="2880360"/>
            <a:ext cx="3200400" cy="0"/>
          </a:xfrm>
          <a:prstGeom prst="line">
            <a:avLst/>
          </a:prstGeom>
          <a:noFill/>
          <a:ln w="12700">
            <a:solidFill>
              <a:srgbClr val="52525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3017520"/>
            <a:ext cx="3200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 Hynix · Samsung SDS · Hyundai Kefico 교육 플랫폼 구축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321040" y="1554480"/>
            <a:ext cx="3566160" cy="329184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21040" y="1554480"/>
            <a:ext cx="3566160" cy="36576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03920" y="17373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503920" y="21945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503920" y="25146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Developer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503920" y="2880360"/>
            <a:ext cx="3200400" cy="0"/>
          </a:xfrm>
          <a:prstGeom prst="line">
            <a:avLst/>
          </a:prstGeom>
          <a:noFill/>
          <a:ln w="12700">
            <a:solidFill>
              <a:srgbClr val="52525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03920" y="3017520"/>
            <a:ext cx="3200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메시징 서비스 · 통합 관리자 플랫폼 주도 개발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ACHIEVEMENTS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숫자로 보는 성과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394960" cy="219456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9164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50%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5146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개발·운영 공수 절감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 구조 설계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336792" y="1463040"/>
            <a:ext cx="5394960" cy="219456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11112" y="169164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40%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611112" y="25146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유지보수 공수 절감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611112" y="29260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Query + 컨벤션 수립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931920"/>
            <a:ext cx="5394960" cy="219456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16052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30→1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731520" y="4983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품의서 범용 Form 통합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53949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30종을 1개 구조로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36792" y="3931920"/>
            <a:ext cx="5394960" cy="219456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11112" y="416052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297개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6611112" y="4983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미사용 파일 제거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611112" y="53949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Knip 정적 분석 도입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 삐삐 앱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686800" y="3657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 · Featured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1274552" cy="1417320"/>
          </a:xfrm>
          <a:prstGeom prst="rect">
            <a:avLst/>
          </a:prstGeom>
          <a:solidFill>
            <a:srgbClr val="2D1515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1430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🔴  PROBLEM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" y="1463040"/>
            <a:ext cx="10817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빈번한 운영 콘텐츠 변경 및 알림 진입 속도 이슈로 사용자 경험 저하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587752"/>
            <a:ext cx="11274552" cy="1691640"/>
          </a:xfrm>
          <a:prstGeom prst="rect">
            <a:avLst/>
          </a:prstGeom>
          <a:solidFill>
            <a:srgbClr val="0F1F2D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7249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 SOLUTION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5800" y="3044952"/>
            <a:ext cx="1081735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React Native WebView + Native 혼합 구조 설계로 운영 효율성 확보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Expo 대신 순수 React Native 환경 선택 — Native 확장성 우선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4443984"/>
            <a:ext cx="11274552" cy="1417320"/>
          </a:xfrm>
          <a:prstGeom prst="rect">
            <a:avLst/>
          </a:prstGeom>
          <a:solidFill>
            <a:srgbClr val="0D1F0D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458114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 ACHIEVEMENT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4901184"/>
            <a:ext cx="10817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 구조 도입으로 개발·운영 공수 50% 절감 / 정식 런칭 및 안정 운영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6044184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Native 0.81  ·  TypeScript  ·  Zustand  ·  FCM  ·  WebView  ·  인앱결제  ·  Reanimated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 웹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686800" y="3657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 · Featured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1274552" cy="1417320"/>
          </a:xfrm>
          <a:prstGeom prst="rect">
            <a:avLst/>
          </a:prstGeom>
          <a:solidFill>
            <a:srgbClr val="2D1515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1430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🔴  PROBLEM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" y="1463040"/>
            <a:ext cx="10817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구조 및 컴포넌트 작성 방식 상이로 인한 유지보수 비용 증가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587752"/>
            <a:ext cx="11274552" cy="1691640"/>
          </a:xfrm>
          <a:prstGeom prst="rect">
            <a:avLst/>
          </a:prstGeom>
          <a:solidFill>
            <a:srgbClr val="0F1F2D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7249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 SOLUTION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5800" y="3044952"/>
            <a:ext cx="1081735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프로젝트 컨벤션 수립 + React Query 도입으로 구조 표준화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API 캐싱 + Code Splitting 적용 (번들 사이즈·로딩 속도 개선)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Knip 도입 — 미사용 파일 297개 제거, exports 182→0, types 63→0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4443984"/>
            <a:ext cx="11274552" cy="1417320"/>
          </a:xfrm>
          <a:prstGeom prst="rect">
            <a:avLst/>
          </a:prstGeom>
          <a:solidFill>
            <a:srgbClr val="0D1F0D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458114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 ACHIEVEMENT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4901184"/>
            <a:ext cx="10817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표준화 및 중복 제거로 유지보수 공수 40% 절감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6044184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18  ·  TypeScript  ·  TanStack Query  ·  Vite  ·  Recoil  ·  STOMP/WebSocket  ·  JsSIP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커스터머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686800" y="3657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 · Featured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1274552" cy="1417320"/>
          </a:xfrm>
          <a:prstGeom prst="rect">
            <a:avLst/>
          </a:prstGeom>
          <a:solidFill>
            <a:srgbClr val="2D1515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1430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🔴  PROBLEM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" y="1463040"/>
            <a:ext cx="10817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관리자 시스템의 노후화로 인한 운영 효율 저하 및 데이터 시각화 요구 증대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587752"/>
            <a:ext cx="11274552" cy="1691640"/>
          </a:xfrm>
          <a:prstGeom prst="rect">
            <a:avLst/>
          </a:prstGeom>
          <a:solidFill>
            <a:srgbClr val="0F1F2D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7249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 SOLUTION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5800" y="3044952"/>
            <a:ext cx="1081735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FE 2인이 초기 아키텍처부터 설계 주도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DnD Kit 위젯 대시보드 + Chart.js 실시간 통계 시각화 구현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ExcelJS 기반 정산 데이터 내보내기 기능 개발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4443984"/>
            <a:ext cx="11274552" cy="1417320"/>
          </a:xfrm>
          <a:prstGeom prst="rect">
            <a:avLst/>
          </a:prstGeom>
          <a:solidFill>
            <a:srgbClr val="0D1F0D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458114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 ACHIEVEMENT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4901184"/>
            <a:ext cx="10817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정산 플랫폼 초기 설계부터 배포까지 FE 2인 주도 완성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6044184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 ·  TypeScript  ·  TanStack Query  ·  TanStack Table  ·  Chart.js  ·  DnD Kit  ·  ExcelJS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인트라넷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686800" y="3657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1274552" cy="1417320"/>
          </a:xfrm>
          <a:prstGeom prst="rect">
            <a:avLst/>
          </a:prstGeom>
          <a:solidFill>
            <a:srgbClr val="2D1515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1430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🔴  PROBLEM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" y="1463040"/>
            <a:ext cx="10817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30여 종의 품의서가 개별 구조로 운영되어 수정·유지보수 비용 과다 발생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587752"/>
            <a:ext cx="11274552" cy="1691640"/>
          </a:xfrm>
          <a:prstGeom prst="rect">
            <a:avLst/>
          </a:prstGeom>
          <a:solidFill>
            <a:srgbClr val="0F1F2D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7249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 SOLUTION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5800" y="3044952"/>
            <a:ext cx="1081735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품의서 구조 분석 → 공통 패턴 도출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단일 범용 Form 컴포넌트 설계 및 API 표준화 제안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NextAuth 기반 RBAC 인증 + 30종 품의서 통합 처리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4443984"/>
            <a:ext cx="11274552" cy="1417320"/>
          </a:xfrm>
          <a:prstGeom prst="rect">
            <a:avLst/>
          </a:prstGeom>
          <a:solidFill>
            <a:srgbClr val="0D1F0D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458114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 ACHIEVEMENT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4901184"/>
            <a:ext cx="10817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30여 종 품의서 → 1개 범용 Form 구조로 완벽 통합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6044184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14  ·  NextAuth.js  ·  RBAC  ·  Shadcn UI  ·  React Hook Form  ·  Zod  ·  Storybook  ·  MSW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외 프로젝트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5669280" cy="530352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1887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서비스 통합 관리자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운영 플랫폼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🔴  PROBLEM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94360" y="2331720"/>
            <a:ext cx="5212080" cy="914400"/>
          </a:xfrm>
          <a:prstGeom prst="rect">
            <a:avLst/>
          </a:prstGeom>
          <a:solidFill>
            <a:srgbClr val="2D1515"/>
          </a:solidFill>
          <a:ln w="12700">
            <a:solidFill>
              <a:srgbClr val="2D151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423160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015·싸다오·아레오 등 서비스별 개별 운영으로 관리 비용 분산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3375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 SOLUTION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94360" y="3611880"/>
            <a:ext cx="5212080" cy="1005840"/>
          </a:xfrm>
          <a:prstGeom prst="rect">
            <a:avLst/>
          </a:prstGeom>
          <a:solidFill>
            <a:srgbClr val="0F1F2D"/>
          </a:solidFill>
          <a:ln w="12700">
            <a:solidFill>
              <a:srgbClr val="0F1F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70332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플랫폼으로 통합 / 신규 서비스 최소 공수 대응 구조 설계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47548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 확장성 확보 — 신규 서비스 추가 시 즉시 대응 가능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19672" y="1005840"/>
            <a:ext cx="5669280" cy="530352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93992" y="11887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스마트오더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793992" y="16459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관리 시스템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793992" y="205740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🔴  PROBLEM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748272" y="2331720"/>
            <a:ext cx="5212080" cy="914400"/>
          </a:xfrm>
          <a:prstGeom prst="rect">
            <a:avLst/>
          </a:prstGeom>
          <a:solidFill>
            <a:srgbClr val="2D1515"/>
          </a:solidFill>
          <a:ln w="12700">
            <a:solidFill>
              <a:srgbClr val="2D151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31152" y="2423160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PG 연동 예외 상황 빈번 발생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793992" y="33375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 SOLUTION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748272" y="3611880"/>
            <a:ext cx="5212080" cy="1005840"/>
          </a:xfrm>
          <a:prstGeom prst="rect">
            <a:avLst/>
          </a:prstGeom>
          <a:solidFill>
            <a:srgbClr val="0F1F2D"/>
          </a:solidFill>
          <a:ln w="12700">
            <a:solidFill>
              <a:srgbClr val="0F1F2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31152" y="370332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승인/취소 예외처리 강화 / PG 연동 프로세스 표준화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93992" y="47548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 결제 오류 발생률 감소 및 정산 데이터 정합성 확보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PERSONAL PROJECTS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프로젝트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657600" cy="164592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45720" cy="16459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0020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jinwon-portfolio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15 모노레포 + CI/CD 파이프라인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6517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2026.06 · 개인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65676" y="1417320"/>
            <a:ext cx="3657600" cy="164592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65676" y="1417320"/>
            <a:ext cx="45720" cy="16459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48556" y="160020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GroupMemo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48556" y="201168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에이전트 아키텍처 메모 앱 (Expo)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448556" y="26517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2026.06 · 개인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74152" y="1417320"/>
            <a:ext cx="3657600" cy="164592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74152" y="1417320"/>
            <a:ext cx="45720" cy="16459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57032" y="160020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korean-search-utils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57032" y="201168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초성 검색 npm 패키지 배포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57032" y="26517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2025.05 · 개인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361438" y="3291840"/>
            <a:ext cx="3657600" cy="164592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61438" y="3291840"/>
            <a:ext cx="45720" cy="16459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44318" y="34747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WeddingJS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544318" y="388620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Framer Motion 모바일 청첩장 (4일 개발)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544318" y="45262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2025.03 · 개인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69914" y="3291840"/>
            <a:ext cx="3657600" cy="164592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69914" y="3291840"/>
            <a:ext cx="45720" cy="16459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52794" y="34747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풀때기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352794" y="388620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카카오맵 API 지도 기능 전담 개발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52794" y="45262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2023.02 · 4인 팀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STACK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486400" cy="192024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002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Language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965960"/>
            <a:ext cx="4937760" cy="0"/>
          </a:xfrm>
          <a:prstGeom prst="line">
            <a:avLst/>
          </a:prstGeom>
          <a:noFill/>
          <a:ln w="12700">
            <a:solidFill>
              <a:srgbClr val="5252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0312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TypeScript · JavaScript · HTML · CSS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45352" y="1417320"/>
            <a:ext cx="5486400" cy="192024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9672" y="16002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Framework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19672" y="1965960"/>
            <a:ext cx="4937760" cy="0"/>
          </a:xfrm>
          <a:prstGeom prst="line">
            <a:avLst/>
          </a:prstGeom>
          <a:noFill/>
          <a:ln w="12700">
            <a:solidFill>
              <a:srgbClr val="5252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9672" y="210312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· Next.js · React Native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566160"/>
            <a:ext cx="5486400" cy="192024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74904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/ Data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4114800"/>
            <a:ext cx="4937760" cy="0"/>
          </a:xfrm>
          <a:prstGeom prst="line">
            <a:avLst/>
          </a:prstGeom>
          <a:noFill/>
          <a:ln w="12700">
            <a:solidFill>
              <a:srgbClr val="5252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425196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TanStack Query · Zustand · Recoil · Jotai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45352" y="3566160"/>
            <a:ext cx="5486400" cy="192024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19672" y="374904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Styling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519672" y="4114800"/>
            <a:ext cx="4937760" cy="0"/>
          </a:xfrm>
          <a:prstGeom prst="line">
            <a:avLst/>
          </a:prstGeom>
          <a:noFill/>
          <a:ln w="12700">
            <a:solidFill>
              <a:srgbClr val="5252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19672" y="425196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Tailwind CSS · Styled-Components · Shadcn UI · Ant Design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5715000"/>
            <a:ext cx="5486400" cy="192024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5897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Real-time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1520" y="6263640"/>
            <a:ext cx="4937760" cy="0"/>
          </a:xfrm>
          <a:prstGeom prst="line">
            <a:avLst/>
          </a:prstGeom>
          <a:noFill/>
          <a:ln w="12700">
            <a:solidFill>
              <a:srgbClr val="52525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6400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STOMP/WebSocket · SSE · FCM · JsSIP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45352" y="5715000"/>
            <a:ext cx="5486400" cy="192024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19672" y="5897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Tooling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519672" y="6263640"/>
            <a:ext cx="4937760" cy="0"/>
          </a:xfrm>
          <a:prstGeom prst="line">
            <a:avLst/>
          </a:prstGeom>
          <a:noFill/>
          <a:ln w="12700">
            <a:solidFill>
              <a:srgbClr val="52525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19672" y="6400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 · Vite · React Hook Form · Zod · Storybook · MSW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PHILOSOPHY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철학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486400" cy="210312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64008" cy="21031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002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경험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057400"/>
            <a:ext cx="5120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서비스를 어떻게 사용하는지 먼저 고민합니다. 기술 구현 이전에 사용자의 여정을 우선시합니다.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45352" y="1417320"/>
            <a:ext cx="5486400" cy="210312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45352" y="1417320"/>
            <a:ext cx="64008" cy="21031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73952" y="16002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유지보수성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73952" y="2057400"/>
            <a:ext cx="5120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당장의 구현보다 미래의 유지보수를 고려하여 설계합니다. 확장 가능한 구조와 명확한 코드를 지향합니다.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5486400" cy="210312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794760"/>
            <a:ext cx="64008" cy="21031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9776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85800" y="4434840"/>
            <a:ext cx="5120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코드는 팀원들이 이해하고 납득할 수 있는 코드입니다. 원활한 소통으로 팀의 생산성을 높입니다.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45352" y="3794760"/>
            <a:ext cx="5486400" cy="210312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45352" y="3794760"/>
            <a:ext cx="64008" cy="21031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73952" y="39776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해결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73952" y="4434840"/>
            <a:ext cx="5120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자체보다 문제를 해결하기 위한 적절한 선택과 구조 설계를 중요하게 생각합니다.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0" y="1645920"/>
            <a:ext cx="7616952" cy="0"/>
          </a:xfrm>
          <a:prstGeom prst="line">
            <a:avLst/>
          </a:prstGeom>
          <a:noFill/>
          <a:ln w="25400">
            <a:solidFill>
              <a:srgbClr val="818C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192024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성장하는 개발자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0" y="2514600"/>
            <a:ext cx="121889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AF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김진원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0" y="3703320"/>
            <a:ext cx="121889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286000" y="4343400"/>
            <a:ext cx="7616952" cy="0"/>
          </a:xfrm>
          <a:prstGeom prst="line">
            <a:avLst/>
          </a:prstGeom>
          <a:noFill/>
          <a:ln w="12700">
            <a:solidFill>
              <a:srgbClr val="818C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0" y="4572000"/>
            <a:ext cx="121889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jinwon9514@gmail.com  ·  github.com/jinwonnnnnnn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88552" y="62179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jinwon-portfolio.vercel.app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2026-06-25T05:36:22Z</dcterms:created>
  <dcterms:modified xsi:type="dcterms:W3CDTF">2026-06-25T05:36:22Z</dcterms:modified>
</cp:coreProperties>
</file>
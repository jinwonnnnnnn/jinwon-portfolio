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김진원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594360" y="3401568"/>
            <a:ext cx="3474720" cy="475488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401568"/>
            <a:ext cx="54864" cy="4754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3814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Developer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13308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경험 개선과 유지보수성을 고민하는 개발자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4681728"/>
            <a:ext cx="4572000" cy="228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846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Growth Mindset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04872" y="4846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Structural Excellence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15384" y="4846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Solver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jinwon9514@gmail.com  ·  github.com/jinwonnnnnnn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789920" y="457200"/>
            <a:ext cx="1280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111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PHILOSOPHY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철학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94960" cy="212140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54864" cy="21214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경험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구현 이전에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여정을 우선시합니다.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36792" y="1783080"/>
            <a:ext cx="5394960" cy="212140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783080"/>
            <a:ext cx="54864" cy="21214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11112" y="2606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미래의 확장을 고려한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구조와 명확한 코드를 지향합니다.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114800"/>
            <a:ext cx="5394960" cy="212140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114800"/>
            <a:ext cx="54864" cy="21214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43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4937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팀원이 납득할 수 있는 코드와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원활한 의사소통으로 생산성을 높입니다.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36792" y="4114800"/>
            <a:ext cx="5394960" cy="212140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6792" y="4114800"/>
            <a:ext cx="54864" cy="21214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4343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11112" y="4937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기술보다 문제 정의와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해결 과정을 중시합니다.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1411712" cy="132588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74520"/>
            <a:ext cx="54864" cy="13258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스탠다드네트웍스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04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2024.01 – 2026.04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011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메시징 서비스 및 통합 관리자 플랫폼 개발 주도 · React, Next.js, React Native 기반 대규모 서비스 운영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355848"/>
            <a:ext cx="11411712" cy="132588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355848"/>
            <a:ext cx="54864" cy="1325880"/>
          </a:xfrm>
          <a:prstGeom prst="rect">
            <a:avLst/>
          </a:prstGeom>
          <a:solidFill>
            <a:srgbClr val="48484F"/>
          </a:solidFill>
          <a:ln w="12700">
            <a:solidFill>
              <a:srgbClr val="4848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9300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에스엔소프트 (하이코딩)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2021.04 – 2022.10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3493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Publisher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178808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Hynix · Samsung SDS · Hyundai Kefico 교육 플랫폼 구축 · 반응형 웹 퍼블리싱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837176"/>
            <a:ext cx="11411712" cy="132588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837176"/>
            <a:ext cx="54864" cy="1325880"/>
          </a:xfrm>
          <a:prstGeom prst="rect">
            <a:avLst/>
          </a:prstGeom>
          <a:solidFill>
            <a:srgbClr val="48484F"/>
          </a:solidFill>
          <a:ln w="12700">
            <a:solidFill>
              <a:srgbClr val="4848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74336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글로비코리아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5367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2020.04 – 2021.01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9743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Publisher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660136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쇼핑몰 CMS 유지보수 · UI 개선 및 이벤트 프로모션 페이지 제작 주도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349240" cy="138988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74520"/>
            <a:ext cx="5349240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020824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" y="237744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Next.js · React Native · TypeScript / JavaScript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49240" cy="138988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74520"/>
            <a:ext cx="5349240" cy="502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020824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/ 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19088" y="2377440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TanStack Query · Zustand · Recoil · Jotai · TanStack 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447288"/>
            <a:ext cx="5349240" cy="138988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447288"/>
            <a:ext cx="5349240" cy="502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59359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" y="3950208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· Styled-Components · Shadcn UI · Ant Design · MUI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447288"/>
            <a:ext cx="5349240" cy="138988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447288"/>
            <a:ext cx="5349240" cy="5029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59359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9F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19088" y="3950208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Chart.js · DnD Kit (위젯 대시보드) · Recharts · ExcelJS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020056"/>
            <a:ext cx="5349240" cy="138988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020056"/>
            <a:ext cx="5349240" cy="50292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516636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Real-time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" y="5522976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STOMP/WebSocket · FCM/Notifee · SSE · JsSIP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5020056"/>
            <a:ext cx="5349240" cy="138988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5020056"/>
            <a:ext cx="5349240" cy="5029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516636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19088" y="5522976"/>
            <a:ext cx="4983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· Storybook · MSW · React Hook Form · Zod · Framer Motion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015 삐삐 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2024.01 – 2026.04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기반 하이브리드 메시징 서비스 구축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79992" y="182880"/>
            <a:ext cx="274320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25712" y="19202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스탠다드네트웍스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1548872" cy="13716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6126480" cy="256032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8988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 PROBLEM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700784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빈번한 운영 콘텐츠 변경과 알림 진입 속도 이슈로 사용자 경험 저하. 운영팀의 매번 앱 배포 의존도가 높아 운영 비용 급증.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6126480" cy="256032"/>
          </a:xfrm>
          <a:prstGeom prst="rect">
            <a:avLst/>
          </a:prstGeom>
          <a:solidFill>
            <a:srgbClr val="071A07"/>
          </a:solidFill>
          <a:ln w="12700">
            <a:solidFill>
              <a:srgbClr val="071A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SOLUTION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React Native WebView + Native 혼합 구조 설계 — 콘텐츠는 웹으로, 핵심 기능은 Native로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5137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Expo 대신 순수 React Native 선택 — Native 모듈 확장성 확보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6144768"/>
            <a:ext cx="6126480" cy="38404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16305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  ·  앱 전반 아키텍처 설계  ·  인앱결제·FCM 개발  ·  WebView↔Native 통신 구조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1371600"/>
            <a:ext cx="5376672" cy="228600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371600"/>
            <a:ext cx="54864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54480"/>
            <a:ext cx="5056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5056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개발·운영 공수 절감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3858768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858768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913632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015 삐삐 앱 정식 런칭 및 안정적 실서비스 운영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4608576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4608576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663440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콜드스타트·푸시 응답속도 획기적 개선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7070B"/>
          </a:solidFill>
          <a:ln w="12700">
            <a:solidFill>
              <a:srgbClr val="0707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620256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Native 0.81  ·  TypeScript  ·  Zustand  ·  TanStack Query  ·  FCM  ·  Notifee  ·  인앱결제  ·  Reanimated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015 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2024.01 – 2026.04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메시징 플랫폼 운영 효율화 및 개발 문화 정립을 위한 구조적 개선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79992" y="182880"/>
            <a:ext cx="274320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25712" y="19202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스탠다드네트웍스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1548872" cy="13716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6126480" cy="256032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8988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 PROBLEM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700784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컨벤션 부재로 개발자마다 파일 구조·컴포넌트 방식이 달라 유지보수 비용 급증. 주소록 대량 업로드 시 엑셀 숫자 서식으로 전화번호 앞 0이 사라지는 문의가 반복 — "셀 서식을 텍스트로 바꿔주세요"라는 안내를 고객에게 전가 중이었음.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6126480" cy="256032"/>
          </a:xfrm>
          <a:prstGeom prst="rect">
            <a:avLst/>
          </a:prstGeom>
          <a:solidFill>
            <a:srgbClr val="071A07"/>
          </a:solidFill>
          <a:ln w="12700">
            <a:solidFill>
              <a:srgbClr val="071A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SOLUTION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컨벤션 수립 + React Query 도입으로 구조 표준화. API 캐싱·Code Splitting으로 속도 개선. Knip으로 미사용 파일 297개 제거, Unused exports 182→0, types 63→0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5137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엑셀 주소록 양식의 전화번호 열을 텍스트 서식으로 미리 설정하여 제공 — 고객에게 해결 책임을 전가하지 않고 업로드 양식 자체를 개선, 반복 문의 근본 해소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6144768"/>
            <a:ext cx="6126480" cy="38404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16305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  ·  알림톡·메시지 발송 프로세스 개발  ·  발송 대상·템플릿 관리 시스템  ·  UI/UX 리뉴얼·디자인 시스템 개선  ·  컨벤션 수립 및 기술 문서 관리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1371600"/>
            <a:ext cx="5376672" cy="228600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371600"/>
            <a:ext cx="54864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54480"/>
            <a:ext cx="5056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5056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공수 절감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3858768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858768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913632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문의 감소 및 업로드 UX 개선 (엑셀 서식 트러블슈팅)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4608576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4608576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663440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일관된 구조 정립으로 팀원 온보딩·협업 효율성 강화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7070B"/>
          </a:solidFill>
          <a:ln w="12700">
            <a:solidFill>
              <a:srgbClr val="0707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620256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 ·  TypeScript  ·  TanStack Query  ·  Vite  ·  Recoil  ·  Styled-Components  ·  Ant Design  ·  STOMP/WebSocket  ·  JsSIP  ·  React Hook Form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커스터머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2024.01 – 2026.04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관리자 시스템을 대체하는 차세대 운영 플랫폼 — FE 2인 주도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79992" y="182880"/>
            <a:ext cx="274320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25712" y="19202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스탠다드네트웍스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1548872" cy="13716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6126480" cy="256032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8988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 PROBLEM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700784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노후화된 기존 시스템의 데이터 시각화 부재로 운영 담당자가 통계를 수동으로 집계. FE 전담 없이 비효율적 구조.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6126480" cy="256032"/>
          </a:xfrm>
          <a:prstGeom prst="rect">
            <a:avLst/>
          </a:prstGeom>
          <a:solidFill>
            <a:srgbClr val="071A07"/>
          </a:solidFill>
          <a:ln w="12700">
            <a:solidFill>
              <a:srgbClr val="071A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SOLUTION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DnD Kit 위젯 대시보드 + Chart.js 실시간 통계 시각화 — 운영 담당자 통계 수동 집계 제거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5137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FE 2인이 아키텍처 설계부터 배포까지 전 과정 주도. ExcelJS 정산 내보내기 구현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6144768"/>
            <a:ext cx="6126480" cy="38404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16305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  ·  대시보드·정산 관리  ·  공통 컴포넌트 라이브러리  ·  API 모델 협의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1371600"/>
            <a:ext cx="5376672" cy="228600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371600"/>
            <a:ext cx="54864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54480"/>
            <a:ext cx="5056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2인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5056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설계 → 배포 전 과정 주도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3858768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858768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913632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관리 시스템 설계·배포 전 과정 경험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4608576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4608576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663440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피드백 반영한 직관적 관리 환경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7070B"/>
          </a:solidFill>
          <a:ln w="12700">
            <a:solidFill>
              <a:srgbClr val="0707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620256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 ·  TypeScript  ·  TanStack Query  ·  TanStack Table  ·  Chart.js  ·  DnD Kit  ·  ExcelJS  ·  Zod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인트라넷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2024.01 – 2026.04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인트라넷을 Next.js 14 기반 차세대 시스템으로 전환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79992" y="182880"/>
            <a:ext cx="274320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25712" y="19202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스탠다드네트웍스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1548872" cy="13716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6126480" cy="256032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8988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 PROBLEM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700784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30여 종의 품의서가 각각 개별 구조로 운영되어, 한 항목 수정에 여러 파일을 함께 수정해야 하는 구조적 문제 존재.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6126480" cy="256032"/>
          </a:xfrm>
          <a:prstGeom prst="rect">
            <a:avLst/>
          </a:prstGeom>
          <a:solidFill>
            <a:srgbClr val="071A07"/>
          </a:solidFill>
          <a:ln w="12700">
            <a:solidFill>
              <a:srgbClr val="071A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SOLUTION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품의서 구조 분석 → 공통 패턴 도출 → 단일 범용 Form 컴포넌트 설계 및 API 표준화 제안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5137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NextAuth RBAC 기반 인증, Next.js 14 현대적 아키텍처로 레거시 전면 전환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6144768"/>
            <a:ext cx="6126480" cy="38404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16305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  ·  아키텍처 설계  ·  RBAC 인증 구축  ·  핵심 모듈 개발  ·  범용 Form 제작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1371600"/>
            <a:ext cx="5376672" cy="228600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371600"/>
            <a:ext cx="54864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54480"/>
            <a:ext cx="5056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30→1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5056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품의서 구조 통합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3858768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858768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913632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유지보수성·확장성 획기적 향상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4608576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4608576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663440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엔터프라이즈급 레거시 전환 경험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7070B"/>
          </a:solidFill>
          <a:ln w="12700">
            <a:solidFill>
              <a:srgbClr val="0707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620256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14  ·  NextAuth.js  ·  RBAC  ·  Shadcn UI  ·  Jotai  ·  React Hook Form  ·  Zod  ·  Recharts  ·  Storybook  ·  MSW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서비스 통합 관리자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2024.01 – 2026.04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015·싸다오·아레오 등 분산 서비스의 통합 운영 플랫폼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79992" y="182880"/>
            <a:ext cx="274320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25712" y="19202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스탠다드네트웍스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1548872" cy="13716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6126480" cy="256032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8988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 PROBLEM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700784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015, 싸다오, 아레오 등 서비스별로 운영 시스템이 분리되어 담당자가 여러 곳을 오가며 업무 처리. 신규 서비스 추가 시마다 별도 개발 필요.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6126480" cy="256032"/>
          </a:xfrm>
          <a:prstGeom prst="rect">
            <a:avLst/>
          </a:prstGeom>
          <a:solidFill>
            <a:srgbClr val="071A07"/>
          </a:solidFill>
          <a:ln w="12700">
            <a:solidFill>
              <a:srgbClr val="071A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SOLUTION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하나의 플랫폼에서 모든 서비스를 통합 관리하는 구조 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5137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신규 서비스를 최소 개발로 즉시 추가 가능한 확장성 있는 아키텍처 수립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6144768"/>
            <a:ext cx="6126480" cy="38404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16305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  ·  통합 관리 설계  ·  운영 워크플로우  ·  통합 대시보드  ·  리포트 기능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1371600"/>
            <a:ext cx="5376672" cy="228600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371600"/>
            <a:ext cx="54864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54480"/>
            <a:ext cx="5056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5056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분산된 서비스 → 단일 운영 플랫폼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3858768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858768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913632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서비스 추가 시 최소 공수로 즉시 대응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4608576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4608576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663440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리소스 낭비 해결 및 정확도 향상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7070B"/>
          </a:solidFill>
          <a:ln w="12700">
            <a:solidFill>
              <a:srgbClr val="0707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620256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 ·  TypeScript  ·  TanStack Query  ·  TanStack Table  ·  Ant Design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스마트오더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2024.01 – 2026.04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950976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주문 및 결제를 관리하는 운영 시스템 유지보수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79992" y="182880"/>
            <a:ext cx="2743200" cy="347472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25712" y="192024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스탠다드네트웍스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1548872" cy="13716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6126480" cy="256032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8988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45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  PROBLEM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700784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PG 연동 결제 프로세스에서 예외 상황이 빈번히 발생. 결제 승인 후 취소 시 정산 데이터 불일치 문제.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6126480" cy="256032"/>
          </a:xfrm>
          <a:prstGeom prst="rect">
            <a:avLst/>
          </a:prstGeom>
          <a:solidFill>
            <a:srgbClr val="071A07"/>
          </a:solidFill>
          <a:ln w="12700">
            <a:solidFill>
              <a:srgbClr val="071A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SOLUTION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결제 승인·취소 예외 처리 로직 강화 및 실시간 로그 분석 체계 구축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5137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PG 연동 프로세스 표준화 — NICE, EasyPay, 카드 단말기 통합 처리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6144768"/>
            <a:ext cx="6126480" cy="38404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16305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  ·  PG 연동 유지보수  ·  예외처리 강화  ·  매출 조회 개선  ·  UI/UX 개선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1371600"/>
            <a:ext cx="5376672" cy="228600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371600"/>
            <a:ext cx="54864" cy="2286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54480"/>
            <a:ext cx="5056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5056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오류·정산 불일치 해소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3858768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858768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913632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 결제 장애 대응·트러블슈팅 역량 확보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4608576"/>
            <a:ext cx="5376672" cy="62179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4608576"/>
            <a:ext cx="54864" cy="62179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663440"/>
            <a:ext cx="5056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주문→결제→정산 전체 워크플로우 이해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7070B"/>
          </a:solidFill>
          <a:ln w="12700">
            <a:solidFill>
              <a:srgbClr val="0707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620256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 ·  TypeScript  ·  NICE PG  ·  EasyPay  ·  카드 단말기 연동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 PROPOSITION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기여할 수 있는 것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94960" cy="214884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54864" cy="21488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👁  사용자 관점의 UI/UX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퍼블리셔 시절부터 다져온 세밀한 시각으로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불편함을 먼저 포착하고 개선합니다.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214884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28800"/>
            <a:ext cx="54864" cy="21488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2996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  구조 설계 및 리팩토링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유지보수가 용이한 아키텍처 설계.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코드를 추상화해 팀 생산성을 높입니다.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187952"/>
            <a:ext cx="5394960" cy="214884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187952"/>
            <a:ext cx="54864" cy="21488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8912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운영 경험 기반 문제 해결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5192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요구사항을 빠르게 이해하고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실질적인 해결책으로 운영 효율을 극대화합니다.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187952"/>
            <a:ext cx="5394960" cy="2148840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4187952"/>
            <a:ext cx="54864" cy="21488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38912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 백엔드와의 협업 경험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965192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설계 협의 및 데이터 통신 최적화 경험으로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완성도를 함께 높입니다.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181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단순히 코드를 짜는 것을 넘어,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문제를 기술적으로 해결하고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팀과 함께 성장하는 개발자가 되겠습니다.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3840480"/>
            <a:ext cx="365760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0233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5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김진원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9436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Developer  ·  5년차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5687568"/>
            <a:ext cx="11411712" cy="13716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58704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jinwon9514@gmail.com  ·  github.com/jinwonnnnnnn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629107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경청해주셔서 감사합니다.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김진원 포트폴리오</dc:title>
  <dc:subject>PptxGenJS Presentation</dc:subject>
  <dc:creator>PptxGenJS</dc:creator>
  <cp:lastModifiedBy>PptxGenJS</cp:lastModifiedBy>
  <cp:revision>1</cp:revision>
  <dcterms:created xsi:type="dcterms:W3CDTF">2026-06-25T08:01:08Z</dcterms:created>
  <dcterms:modified xsi:type="dcterms:W3CDTF">2026-06-25T08:01:08Z</dcterms:modified>
</cp:coreProperties>
</file>
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40080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206240" cy="502920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108960"/>
            <a:ext cx="64008" cy="502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39319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경험과 유지보수성을 함께 고민하는 개발자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4754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끊임없이 성장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Empathy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062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관점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217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0" dirty="0"/>
          </a:p>
        </p:txBody>
      </p:sp>
      <p:sp>
        <p:nvSpPr>
          <p:cNvPr id="20" name="Text 18"/>
          <p:cNvSpPr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61120" y="1463040"/>
            <a:ext cx="0" cy="36576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5120640"/>
            <a:ext cx="5394960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52852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/  에스엔소프트  /  글로비코리아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565099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Companies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0" cy="50292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481328"/>
            <a:ext cx="292608" cy="2926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9948672" cy="14813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64008" cy="14813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146304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0" y="1463040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847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  ·  2년 4개월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12848" y="2148840"/>
            <a:ext cx="967435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신규 개발 (앱스토어 정식 출시)   • 차세대 커스터머·인트라넷 0→1 설계 주도   • React Query·컨벤션 수립으로 유지보수 40% 절감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91056" y="3145536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035808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3035808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312724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0" y="3127248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12848" y="35112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  ·  1년 6개월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대기업 교육 플랫폼 3개사 구축   • LMS 반응형 UI 개발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91056" y="4809744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4700016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700016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47914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6880" y="4791456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12848" y="5175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  ·  10개월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12848" y="5477256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   • 이벤트 페이지 기획·제작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</a:t>
            </a:r>
            <a:endParaRPr lang="en-US" sz="6400" dirty="0"/>
          </a:p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+Native</a:t>
            </a:r>
            <a:endParaRPr lang="en-US" sz="6400" dirty="0"/>
          </a:p>
        </p:txBody>
      </p:sp>
      <p:sp>
        <p:nvSpPr>
          <p:cNvPr id="9" name="Shape 7"/>
          <p:cNvSpPr/>
          <p:nvPr/>
        </p:nvSpPr>
        <p:spPr>
          <a:xfrm>
            <a:off x="82296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명확히 분리, 유지보수 기반 확립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 — 전 기능 WebView → 구조 설계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644652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설계→배포 전 과정 주도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 0→1 신규 구축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6400" dirty="0"/>
          </a:p>
        </p:txBody>
      </p:sp>
      <p:sp>
        <p:nvSpPr>
          <p:cNvPr id="21" name="Shape 19"/>
          <p:cNvSpPr/>
          <p:nvPr/>
        </p:nvSpPr>
        <p:spPr>
          <a:xfrm>
            <a:off x="82296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9624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6400" dirty="0"/>
          </a:p>
        </p:txBody>
      </p:sp>
      <p:sp>
        <p:nvSpPr>
          <p:cNvPr id="27" name="Shape 25"/>
          <p:cNvSpPr/>
          <p:nvPr/>
        </p:nvSpPr>
        <p:spPr>
          <a:xfrm>
            <a:off x="644652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Next.js 15  ·  React Native 0.81  ·  TypeScript  ·  JavaScript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 ·  Zustand  ·  Recoil  ·  Jotai  ·  TanStack Table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81528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 ·  Styled-Components  ·  Shadcn UI  ·  Ant Design  ·  MUI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 ·  Recharts  ·  DnD Kit  ·  ExcelJS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45736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 ·  SSE  ·  FCM/Notifee  ·  JsSIP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745736"/>
            <a:ext cx="5394960" cy="64008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  ·  Zod  ·  Storybook  ·  MSW  ·  Framer Motion  ·  Knip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· Expo · 순수 RN 세 가지 검토 후 순수 RN 선택. 기존 서비스는 전 기능을 WebView로만 구성해 Native 제어가 불가했음 — 콘텐츠는 WebView로 운영하되, FCM·인앱결제·딥링크 등 핵심 기능은 Native로 명확히 분리해 유지보수 기반 확립 및 향후 Native 기능 심화 가능.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순수 RN 0.81 채택 (Expo ejection 리스크 회피, JS 생태계 유지 + Native 완전 제어)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 처리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설계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bb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1898" y="1298448"/>
            <a:ext cx="1135685" cy="246888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781898" y="1298448"/>
            <a:ext cx="1135685" cy="246888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87705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87705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95020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70001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504748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504748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510235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WebView/Native 역할 분리로 유지보수 구조 확립, Native 기능 확장 용이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70585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70585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76072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앱스토어·플레이스토어 동시 정식 출시 달성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  ·  WebView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파일 구조·컴포넌트 방식이 개발자마다 달라 유지보수 비용 급증. 주소록 업로드 시 엑셀 숫자 서식으로 전화번호 앞 0이 사라지는 문의 반복.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Knip으로 미사용 파일 297개↓, exports 182→0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web0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/ 미사용 파일 전수 제거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온보딩·협업 효율성 강화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고객 충전 프로세스 자동화 및 전송량 대시보드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고객 충전 프로세스가 전부 수동 운영 — 담당자가 직접 처리해야 해 누락·오류 발생. 전송량 통계도 별도 요청 없이는 고객이 직접 확인 불가능.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고객 충전 프로세스 자동화 개발 — 수동 업무 제거 및 처리 정확도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전송량 조회·현황 대시보드 구현 — DnD Kit 위젯으로 고객이 직접 레이아웃 커스터마이징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기반 월별/일별 전송량 통계 시각화 + ExcelJS 정산 데이터 내보내기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공통 컴포넌트 라이브러리 구축 — TanStack Table 대용량 처리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custom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2108" y="1298448"/>
            <a:ext cx="3255264" cy="18288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722108" y="1298448"/>
            <a:ext cx="3255264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수동→자동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충전 프로세스 전면 자동화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처리 제거로 누락·오류 방지 및 운영 공수 절감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실시간 대시보드로 고객 데이터 접근성 향상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재구축. 아키텍처 설계부터 핵심 모듈 개발, 팀 컨벤션 수립까지 FE 주도.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역할별 메뉴·기능 접근 제어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 수립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→ 단일 통합 운영 플랫폼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운영 시스템을 단일 플랫폼으로 통합. 신규 서비스도 최소 공수로 즉시 추가 가능한 확장 구조 설계.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통합 관리자 아키텍처 설계 (015, 싸다오, 아레오 등 통합)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최소 공수로 즉시 대응 가능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정확도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환경에서 유지보수 및 UI 개선 수행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운영 시스템의 매출 보고 UI 부재와 복잡한 인터페이스로 운영 담당자 업무 효율 저하.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 — 운영 담당자 데이터 접근성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흐름에 맞춘 인터페이스 개선으로 사용성 향상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기존 코드 기반 유지보수 및 UI 개선 작업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 기반 인터페이스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결제기 연동 기능 대응 및 운영 이슈 지원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smart-orde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보고 UI 및 사용성 향상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월별/주별 매출 보고 UI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 경험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Ant Design  ·  Vite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 사용자의 여정을 먼저 고민합니다. 퍼블리셔 경험을 바탕으로 디테일한 UI/UX 감각을 유지합니다.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7336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7336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확장과 수정을 고려한 구조 설계. 팀원이 이해하기 쉬운 코드가 진짜 좋은 코드라고 생각합니다.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980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협업과 소통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980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납득 가능한 코드와 명확한 의사결정. 혼자 잘하는 것보다 팀 전체의 생산성을 높이는 것을 우선합니다.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7336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7336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아닌 근본 원인을 파고듭니다. 고객 문의를 고객에게 전가하지 않고 구조 자체를 개선합니다.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58368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기술로 해결하고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661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5760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566928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541264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71600"/>
            <a:ext cx="5029200" cy="41148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0116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66560" y="5669280"/>
            <a:ext cx="5029200" cy="640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76072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9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일하고 싶다면 언제든 연락 주세요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2026-06-25T11:11:24Z</dcterms:created>
  <dcterms:modified xsi:type="dcterms:W3CDTF">2026-06-25T11:11:24Z</dcterms:modified>
</cp:coreProperties>
</file>